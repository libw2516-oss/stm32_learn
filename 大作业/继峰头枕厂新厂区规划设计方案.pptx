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06" r:id="rId1"/>
  </p:sldMasterIdLst>
  <p:notesMasterIdLst>
    <p:notesMasterId r:id="rId13"/>
  </p:notesMasterIdLst>
  <p:sldIdLst>
    <p:sldId id="258" r:id="rId2"/>
    <p:sldId id="264" r:id="rId3"/>
    <p:sldId id="1538" r:id="rId4"/>
    <p:sldId id="263" r:id="rId5"/>
    <p:sldId id="257" r:id="rId6"/>
    <p:sldId id="259" r:id="rId7"/>
    <p:sldId id="260" r:id="rId8"/>
    <p:sldId id="261" r:id="rId9"/>
    <p:sldId id="1543" r:id="rId10"/>
    <p:sldId id="1544" r:id="rId11"/>
    <p:sldId id="265" r:id="rId12"/>
  </p:sldIdLst>
  <p:sldSz cx="6858000" cy="5143500"/>
  <p:notesSz cx="9144000" cy="6858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pos="2160" userDrawn="1">
          <p15:clr>
            <a:srgbClr val="A4A3A4"/>
          </p15:clr>
        </p15:guide>
        <p15:guide id="2" orient="horz"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469A"/>
    <a:srgbClr val="0278A1"/>
    <a:srgbClr val="7F7F7F"/>
    <a:srgbClr val="FF66CC"/>
    <a:srgbClr val="A9D1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3224" autoAdjust="0"/>
  </p:normalViewPr>
  <p:slideViewPr>
    <p:cSldViewPr showGuides="1">
      <p:cViewPr varScale="1">
        <p:scale>
          <a:sx n="153" d="100"/>
          <a:sy n="153" d="100"/>
        </p:scale>
        <p:origin x="1752" y="115"/>
      </p:cViewPr>
      <p:guideLst>
        <p:guide pos="2160"/>
        <p:guide orient="horz" pos="1620"/>
      </p:guideLst>
    </p:cSldViewPr>
  </p:slideViewPr>
  <p:notesTextViewPr>
    <p:cViewPr>
      <p:scale>
        <a:sx n="1" d="1"/>
        <a:sy n="1" d="1"/>
      </p:scale>
      <p:origin x="0" y="0"/>
    </p:cViewPr>
  </p:notesTextViewPr>
  <p:sorterViewPr>
    <p:cViewPr>
      <p:scale>
        <a:sx n="120" d="100"/>
        <a:sy n="120" d="100"/>
      </p:scale>
      <p:origin x="0" y="-6816"/>
    </p:cViewPr>
  </p:sorter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G:\&#26696;&#20363;&#24211;-&#24352;&#23792;\06&#32487;&#23792;&#22836;&#26517;&#21378;&#26032;&#21378;&#21306;&#35268;&#21010;&#35774;&#35745;&#26041;&#26696;\&#38468;&#20214;\&#32487;&#23792;2013-2015&#24180;&#20135;&#37327;&#35268;&#21010;0907.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G:\&#26696;&#20363;&#24211;-&#24352;&#23792;\06&#32487;&#23792;&#22836;&#26517;&#21378;&#26032;&#21378;&#21306;&#35268;&#21010;&#35774;&#35745;&#26041;&#26696;\&#38468;&#20214;\&#32487;&#23792;2013-2015&#24180;&#20135;&#37327;&#35268;&#21010;090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pivotSource>
    <c:name>[继峰2013-2015年产量规划0907.xlsx]公司整体!数据透视表3</c:name>
    <c:fmtId val="54"/>
  </c:pivotSource>
  <c:chart>
    <c:autoTitleDeleted val="0"/>
    <c:pivotFmts>
      <c:pivotFmt>
        <c:idx val="0"/>
        <c:marker>
          <c:symbol val="none"/>
        </c:marker>
        <c:dLbl>
          <c:idx val="0"/>
          <c:delete val="1"/>
          <c:extLst>
            <c:ext xmlns:c15="http://schemas.microsoft.com/office/drawing/2012/chart" uri="{CE6537A1-D6FC-4f65-9D91-7224C49458BB}"/>
          </c:extLst>
        </c:dLbl>
      </c:pivotFmt>
      <c:pivotFmt>
        <c:idx val="1"/>
        <c:marker>
          <c:symbol val="none"/>
        </c:marker>
        <c:dLbl>
          <c:idx val="0"/>
          <c:delete val="1"/>
          <c:extLst>
            <c:ext xmlns:c15="http://schemas.microsoft.com/office/drawing/2012/chart" uri="{CE6537A1-D6FC-4f65-9D91-7224C49458BB}"/>
          </c:extLst>
        </c:dLbl>
      </c:pivotFmt>
      <c:pivotFmt>
        <c:idx val="2"/>
        <c:marker>
          <c:symbol val="none"/>
        </c:marker>
        <c:dLbl>
          <c:idx val="0"/>
          <c:delete val="1"/>
          <c:extLst>
            <c:ext xmlns:c15="http://schemas.microsoft.com/office/drawing/2012/chart" uri="{CE6537A1-D6FC-4f65-9D91-7224C49458BB}"/>
          </c:extLst>
        </c:dLbl>
      </c:pivotFmt>
      <c:pivotFmt>
        <c:idx val="3"/>
        <c:marker>
          <c:symbol val="none"/>
        </c:marker>
        <c:dLbl>
          <c:idx val="0"/>
          <c:delete val="1"/>
          <c:extLst>
            <c:ext xmlns:c15="http://schemas.microsoft.com/office/drawing/2012/chart" uri="{CE6537A1-D6FC-4f65-9D91-7224C49458BB}"/>
          </c:extLst>
        </c:dLbl>
      </c:pivotFmt>
      <c:pivotFmt>
        <c:idx val="4"/>
        <c:marker>
          <c:symbol val="none"/>
        </c:marker>
        <c:dLbl>
          <c:idx val="0"/>
          <c:delete val="1"/>
          <c:extLst>
            <c:ext xmlns:c15="http://schemas.microsoft.com/office/drawing/2012/chart" uri="{CE6537A1-D6FC-4f65-9D91-7224C49458BB}"/>
          </c:extLst>
        </c:dLbl>
      </c:pivotFmt>
      <c:pivotFmt>
        <c:idx val="5"/>
        <c:marker>
          <c:symbol val="none"/>
        </c:marker>
        <c:dLbl>
          <c:idx val="0"/>
          <c:delete val="1"/>
          <c:extLst>
            <c:ext xmlns:c15="http://schemas.microsoft.com/office/drawing/2012/chart" uri="{CE6537A1-D6FC-4f65-9D91-7224C49458BB}"/>
          </c:extLst>
        </c:dLbl>
      </c:pivotFmt>
      <c:pivotFmt>
        <c:idx val="6"/>
        <c:marker>
          <c:symbol val="none"/>
        </c:marker>
        <c:dLbl>
          <c:idx val="0"/>
          <c:delete val="1"/>
          <c:extLst>
            <c:ext xmlns:c15="http://schemas.microsoft.com/office/drawing/2012/chart" uri="{CE6537A1-D6FC-4f65-9D91-7224C49458BB}"/>
          </c:extLst>
        </c:dLbl>
      </c:pivotFmt>
      <c:pivotFmt>
        <c:idx val="7"/>
        <c:marker>
          <c:symbol val="none"/>
        </c:marker>
        <c:dLbl>
          <c:idx val="0"/>
          <c:delete val="1"/>
          <c:extLst>
            <c:ext xmlns:c15="http://schemas.microsoft.com/office/drawing/2012/chart" uri="{CE6537A1-D6FC-4f65-9D91-7224C49458BB}"/>
          </c:extLst>
        </c:dLbl>
      </c:pivotFmt>
      <c:pivotFmt>
        <c:idx val="8"/>
        <c:marker>
          <c:symbol val="none"/>
        </c:marker>
        <c:dLbl>
          <c:idx val="0"/>
          <c:delete val="1"/>
          <c:extLst>
            <c:ext xmlns:c15="http://schemas.microsoft.com/office/drawing/2012/chart" uri="{CE6537A1-D6FC-4f65-9D91-7224C49458BB}"/>
          </c:extLst>
        </c:dLbl>
      </c:pivotFmt>
      <c:pivotFmt>
        <c:idx val="9"/>
        <c:marker>
          <c:symbol val="none"/>
        </c:marker>
        <c:dLbl>
          <c:idx val="0"/>
          <c:delete val="1"/>
          <c:extLst>
            <c:ext xmlns:c15="http://schemas.microsoft.com/office/drawing/2012/chart" uri="{CE6537A1-D6FC-4f65-9D91-7224C49458BB}"/>
          </c:extLst>
        </c:dLbl>
      </c:pivotFmt>
      <c:pivotFmt>
        <c:idx val="10"/>
        <c:marker>
          <c:symbol val="none"/>
        </c:marker>
        <c:dLbl>
          <c:idx val="0"/>
          <c:delete val="1"/>
          <c:extLst>
            <c:ext xmlns:c15="http://schemas.microsoft.com/office/drawing/2012/chart" uri="{CE6537A1-D6FC-4f65-9D91-7224C49458BB}"/>
          </c:extLst>
        </c:dLbl>
      </c:pivotFmt>
      <c:pivotFmt>
        <c:idx val="11"/>
        <c:marker>
          <c:symbol val="none"/>
        </c:marker>
        <c:dLbl>
          <c:idx val="0"/>
          <c:delete val="1"/>
          <c:extLst>
            <c:ext xmlns:c15="http://schemas.microsoft.com/office/drawing/2012/chart" uri="{CE6537A1-D6FC-4f65-9D91-7224C49458BB}"/>
          </c:extLst>
        </c:dLbl>
      </c:pivotFmt>
      <c:pivotFmt>
        <c:idx val="12"/>
        <c:marker>
          <c:symbol val="none"/>
        </c:marker>
        <c:dLbl>
          <c:idx val="0"/>
          <c:delete val="1"/>
          <c:extLst>
            <c:ext xmlns:c15="http://schemas.microsoft.com/office/drawing/2012/chart" uri="{CE6537A1-D6FC-4f65-9D91-7224C49458BB}"/>
          </c:extLst>
        </c:dLbl>
      </c:pivotFmt>
      <c:pivotFmt>
        <c:idx val="13"/>
        <c:marker>
          <c:symbol val="none"/>
        </c:marker>
        <c:dLbl>
          <c:idx val="0"/>
          <c:delete val="1"/>
          <c:extLst>
            <c:ext xmlns:c15="http://schemas.microsoft.com/office/drawing/2012/chart" uri="{CE6537A1-D6FC-4f65-9D91-7224C49458BB}"/>
          </c:extLst>
        </c:dLbl>
      </c:pivotFmt>
      <c:pivotFmt>
        <c:idx val="14"/>
        <c:marker>
          <c:symbol val="none"/>
        </c:marker>
        <c:dLbl>
          <c:idx val="0"/>
          <c:delete val="1"/>
          <c:extLst>
            <c:ext xmlns:c15="http://schemas.microsoft.com/office/drawing/2012/chart" uri="{CE6537A1-D6FC-4f65-9D91-7224C49458BB}"/>
          </c:extLst>
        </c:dLbl>
      </c:pivotFmt>
      <c:pivotFmt>
        <c:idx val="15"/>
        <c:marker>
          <c:symbol val="none"/>
        </c:marker>
        <c:dLbl>
          <c:idx val="0"/>
          <c:delete val="1"/>
          <c:extLst>
            <c:ext xmlns:c15="http://schemas.microsoft.com/office/drawing/2012/chart" uri="{CE6537A1-D6FC-4f65-9D91-7224C49458BB}"/>
          </c:extLst>
        </c:dLbl>
      </c:pivotFmt>
      <c:pivotFmt>
        <c:idx val="16"/>
        <c:marker>
          <c:symbol val="none"/>
        </c:marker>
        <c:dLbl>
          <c:idx val="0"/>
          <c:delete val="1"/>
          <c:extLst>
            <c:ext xmlns:c15="http://schemas.microsoft.com/office/drawing/2012/chart" uri="{CE6537A1-D6FC-4f65-9D91-7224C49458BB}"/>
          </c:extLst>
        </c:dLbl>
      </c:pivotFmt>
      <c:pivotFmt>
        <c:idx val="17"/>
        <c:marker>
          <c:symbol val="none"/>
        </c:marker>
        <c:dLbl>
          <c:idx val="0"/>
          <c:delete val="1"/>
          <c:extLst>
            <c:ext xmlns:c15="http://schemas.microsoft.com/office/drawing/2012/chart" uri="{CE6537A1-D6FC-4f65-9D91-7224C49458BB}"/>
          </c:extLst>
        </c:dLbl>
      </c:pivotFmt>
    </c:pivotFmts>
    <c:view3D>
      <c:rotX val="15"/>
      <c:rotY val="20"/>
      <c:rAngAx val="1"/>
    </c:view3D>
    <c:floor>
      <c:thickness val="0"/>
    </c:floor>
    <c:sideWall>
      <c:thickness val="0"/>
    </c:sideWall>
    <c:backWall>
      <c:thickness val="0"/>
    </c:backWall>
    <c:plotArea>
      <c:layout/>
      <c:bar3DChart>
        <c:barDir val="col"/>
        <c:grouping val="clustered"/>
        <c:varyColors val="0"/>
        <c:ser>
          <c:idx val="0"/>
          <c:order val="0"/>
          <c:tx>
            <c:strRef>
              <c:f>公司整体!$O$69:$O$70</c:f>
              <c:strCache>
                <c:ptCount val="1"/>
                <c:pt idx="0">
                  <c:v>长春</c:v>
                </c:pt>
              </c:strCache>
            </c:strRef>
          </c:tx>
          <c:invertIfNegative val="0"/>
          <c:cat>
            <c:strRef>
              <c:f>公司整体!$N$71:$N$74</c:f>
              <c:strCache>
                <c:ptCount val="3"/>
                <c:pt idx="0">
                  <c:v>发泡</c:v>
                </c:pt>
                <c:pt idx="1">
                  <c:v>缝纫</c:v>
                </c:pt>
                <c:pt idx="2">
                  <c:v>装配</c:v>
                </c:pt>
              </c:strCache>
            </c:strRef>
          </c:cat>
          <c:val>
            <c:numRef>
              <c:f>公司整体!$O$71:$O$74</c:f>
              <c:numCache>
                <c:formatCode>General</c:formatCode>
                <c:ptCount val="3"/>
                <c:pt idx="0">
                  <c:v>3032600</c:v>
                </c:pt>
                <c:pt idx="1">
                  <c:v>2952600</c:v>
                </c:pt>
                <c:pt idx="2">
                  <c:v>2952600</c:v>
                </c:pt>
              </c:numCache>
            </c:numRef>
          </c:val>
          <c:extLst>
            <c:ext xmlns:c16="http://schemas.microsoft.com/office/drawing/2014/chart" uri="{C3380CC4-5D6E-409C-BE32-E72D297353CC}">
              <c16:uniqueId val="{00000000-B4EC-4EDD-A737-F7225FEEB767}"/>
            </c:ext>
          </c:extLst>
        </c:ser>
        <c:ser>
          <c:idx val="1"/>
          <c:order val="1"/>
          <c:tx>
            <c:strRef>
              <c:f>公司整体!$P$69:$P$70</c:f>
              <c:strCache>
                <c:ptCount val="1"/>
                <c:pt idx="0">
                  <c:v>成都</c:v>
                </c:pt>
              </c:strCache>
            </c:strRef>
          </c:tx>
          <c:invertIfNegative val="0"/>
          <c:cat>
            <c:strRef>
              <c:f>公司整体!$N$71:$N$74</c:f>
              <c:strCache>
                <c:ptCount val="3"/>
                <c:pt idx="0">
                  <c:v>发泡</c:v>
                </c:pt>
                <c:pt idx="1">
                  <c:v>缝纫</c:v>
                </c:pt>
                <c:pt idx="2">
                  <c:v>装配</c:v>
                </c:pt>
              </c:strCache>
            </c:strRef>
          </c:cat>
          <c:val>
            <c:numRef>
              <c:f>公司整体!$P$71:$P$74</c:f>
              <c:numCache>
                <c:formatCode>General</c:formatCode>
                <c:ptCount val="3"/>
                <c:pt idx="0">
                  <c:v>996550</c:v>
                </c:pt>
                <c:pt idx="1">
                  <c:v>996550</c:v>
                </c:pt>
                <c:pt idx="2">
                  <c:v>996550</c:v>
                </c:pt>
              </c:numCache>
            </c:numRef>
          </c:val>
          <c:extLst>
            <c:ext xmlns:c16="http://schemas.microsoft.com/office/drawing/2014/chart" uri="{C3380CC4-5D6E-409C-BE32-E72D297353CC}">
              <c16:uniqueId val="{00000001-B4EC-4EDD-A737-F7225FEEB767}"/>
            </c:ext>
          </c:extLst>
        </c:ser>
        <c:ser>
          <c:idx val="2"/>
          <c:order val="2"/>
          <c:tx>
            <c:strRef>
              <c:f>公司整体!$Q$69:$Q$70</c:f>
              <c:strCache>
                <c:ptCount val="1"/>
                <c:pt idx="0">
                  <c:v>广州</c:v>
                </c:pt>
              </c:strCache>
            </c:strRef>
          </c:tx>
          <c:invertIfNegative val="0"/>
          <c:cat>
            <c:strRef>
              <c:f>公司整体!$N$71:$N$74</c:f>
              <c:strCache>
                <c:ptCount val="3"/>
                <c:pt idx="0">
                  <c:v>发泡</c:v>
                </c:pt>
                <c:pt idx="1">
                  <c:v>缝纫</c:v>
                </c:pt>
                <c:pt idx="2">
                  <c:v>装配</c:v>
                </c:pt>
              </c:strCache>
            </c:strRef>
          </c:cat>
          <c:val>
            <c:numRef>
              <c:f>公司整体!$Q$71:$Q$74</c:f>
              <c:numCache>
                <c:formatCode>General</c:formatCode>
                <c:ptCount val="3"/>
                <c:pt idx="0">
                  <c:v>2383800</c:v>
                </c:pt>
                <c:pt idx="1">
                  <c:v>1271000</c:v>
                </c:pt>
                <c:pt idx="2">
                  <c:v>2101000</c:v>
                </c:pt>
              </c:numCache>
            </c:numRef>
          </c:val>
          <c:extLst>
            <c:ext xmlns:c16="http://schemas.microsoft.com/office/drawing/2014/chart" uri="{C3380CC4-5D6E-409C-BE32-E72D297353CC}">
              <c16:uniqueId val="{00000002-B4EC-4EDD-A737-F7225FEEB767}"/>
            </c:ext>
          </c:extLst>
        </c:ser>
        <c:ser>
          <c:idx val="3"/>
          <c:order val="3"/>
          <c:tx>
            <c:strRef>
              <c:f>公司整体!$R$69:$R$70</c:f>
              <c:strCache>
                <c:ptCount val="1"/>
                <c:pt idx="0">
                  <c:v>宁波</c:v>
                </c:pt>
              </c:strCache>
            </c:strRef>
          </c:tx>
          <c:invertIfNegative val="0"/>
          <c:cat>
            <c:strRef>
              <c:f>公司整体!$N$71:$N$74</c:f>
              <c:strCache>
                <c:ptCount val="3"/>
                <c:pt idx="0">
                  <c:v>发泡</c:v>
                </c:pt>
                <c:pt idx="1">
                  <c:v>缝纫</c:v>
                </c:pt>
                <c:pt idx="2">
                  <c:v>装配</c:v>
                </c:pt>
              </c:strCache>
            </c:strRef>
          </c:cat>
          <c:val>
            <c:numRef>
              <c:f>公司整体!$R$71:$R$74</c:f>
              <c:numCache>
                <c:formatCode>General</c:formatCode>
                <c:ptCount val="3"/>
                <c:pt idx="0">
                  <c:v>3083361</c:v>
                </c:pt>
                <c:pt idx="1">
                  <c:v>2948564</c:v>
                </c:pt>
                <c:pt idx="2">
                  <c:v>2946564</c:v>
                </c:pt>
              </c:numCache>
            </c:numRef>
          </c:val>
          <c:extLst>
            <c:ext xmlns:c16="http://schemas.microsoft.com/office/drawing/2014/chart" uri="{C3380CC4-5D6E-409C-BE32-E72D297353CC}">
              <c16:uniqueId val="{00000003-B4EC-4EDD-A737-F7225FEEB767}"/>
            </c:ext>
          </c:extLst>
        </c:ser>
        <c:ser>
          <c:idx val="4"/>
          <c:order val="4"/>
          <c:tx>
            <c:strRef>
              <c:f>公司整体!$S$69:$S$70</c:f>
              <c:strCache>
                <c:ptCount val="1"/>
                <c:pt idx="0">
                  <c:v>武汉</c:v>
                </c:pt>
              </c:strCache>
            </c:strRef>
          </c:tx>
          <c:invertIfNegative val="0"/>
          <c:cat>
            <c:strRef>
              <c:f>公司整体!$N$71:$N$74</c:f>
              <c:strCache>
                <c:ptCount val="3"/>
                <c:pt idx="0">
                  <c:v>发泡</c:v>
                </c:pt>
                <c:pt idx="1">
                  <c:v>缝纫</c:v>
                </c:pt>
                <c:pt idx="2">
                  <c:v>装配</c:v>
                </c:pt>
              </c:strCache>
            </c:strRef>
          </c:cat>
          <c:val>
            <c:numRef>
              <c:f>公司整体!$S$71:$S$74</c:f>
              <c:numCache>
                <c:formatCode>General</c:formatCode>
                <c:ptCount val="3"/>
                <c:pt idx="0">
                  <c:v>2363927</c:v>
                </c:pt>
                <c:pt idx="1">
                  <c:v>1546426</c:v>
                </c:pt>
                <c:pt idx="2">
                  <c:v>2163927</c:v>
                </c:pt>
              </c:numCache>
            </c:numRef>
          </c:val>
          <c:extLst>
            <c:ext xmlns:c16="http://schemas.microsoft.com/office/drawing/2014/chart" uri="{C3380CC4-5D6E-409C-BE32-E72D297353CC}">
              <c16:uniqueId val="{00000004-B4EC-4EDD-A737-F7225FEEB767}"/>
            </c:ext>
          </c:extLst>
        </c:ser>
        <c:ser>
          <c:idx val="5"/>
          <c:order val="5"/>
          <c:tx>
            <c:strRef>
              <c:f>公司整体!$T$69:$T$70</c:f>
              <c:strCache>
                <c:ptCount val="1"/>
                <c:pt idx="0">
                  <c:v>重庆</c:v>
                </c:pt>
              </c:strCache>
            </c:strRef>
          </c:tx>
          <c:invertIfNegative val="0"/>
          <c:cat>
            <c:strRef>
              <c:f>公司整体!$N$71:$N$74</c:f>
              <c:strCache>
                <c:ptCount val="3"/>
                <c:pt idx="0">
                  <c:v>发泡</c:v>
                </c:pt>
                <c:pt idx="1">
                  <c:v>缝纫</c:v>
                </c:pt>
                <c:pt idx="2">
                  <c:v>装配</c:v>
                </c:pt>
              </c:strCache>
            </c:strRef>
          </c:cat>
          <c:val>
            <c:numRef>
              <c:f>公司整体!$T$71:$T$74</c:f>
              <c:numCache>
                <c:formatCode>General</c:formatCode>
                <c:ptCount val="3"/>
                <c:pt idx="0">
                  <c:v>250000</c:v>
                </c:pt>
                <c:pt idx="2">
                  <c:v>250000</c:v>
                </c:pt>
              </c:numCache>
            </c:numRef>
          </c:val>
          <c:extLst>
            <c:ext xmlns:c16="http://schemas.microsoft.com/office/drawing/2014/chart" uri="{C3380CC4-5D6E-409C-BE32-E72D297353CC}">
              <c16:uniqueId val="{00000005-B4EC-4EDD-A737-F7225FEEB767}"/>
            </c:ext>
          </c:extLst>
        </c:ser>
        <c:dLbls>
          <c:showLegendKey val="0"/>
          <c:showVal val="0"/>
          <c:showCatName val="0"/>
          <c:showSerName val="0"/>
          <c:showPercent val="0"/>
          <c:showBubbleSize val="0"/>
        </c:dLbls>
        <c:gapWidth val="150"/>
        <c:shape val="box"/>
        <c:axId val="183514624"/>
        <c:axId val="183516160"/>
        <c:axId val="0"/>
      </c:bar3DChart>
      <c:catAx>
        <c:axId val="183514624"/>
        <c:scaling>
          <c:orientation val="minMax"/>
        </c:scaling>
        <c:delete val="0"/>
        <c:axPos val="b"/>
        <c:numFmt formatCode="General" sourceLinked="0"/>
        <c:majorTickMark val="out"/>
        <c:minorTickMark val="none"/>
        <c:tickLblPos val="nextTo"/>
        <c:crossAx val="183516160"/>
        <c:crosses val="autoZero"/>
        <c:auto val="1"/>
        <c:lblAlgn val="ctr"/>
        <c:lblOffset val="100"/>
        <c:noMultiLvlLbl val="0"/>
      </c:catAx>
      <c:valAx>
        <c:axId val="183516160"/>
        <c:scaling>
          <c:orientation val="minMax"/>
        </c:scaling>
        <c:delete val="0"/>
        <c:axPos val="l"/>
        <c:majorGridlines/>
        <c:numFmt formatCode="General" sourceLinked="1"/>
        <c:majorTickMark val="out"/>
        <c:minorTickMark val="none"/>
        <c:tickLblPos val="nextTo"/>
        <c:crossAx val="183514624"/>
        <c:crosses val="autoZero"/>
        <c:crossBetween val="between"/>
      </c:valAx>
    </c:plotArea>
    <c:legend>
      <c:legendPos val="r"/>
      <c:overlay val="0"/>
    </c:legend>
    <c:plotVisOnly val="1"/>
    <c:dispBlanksAs val="gap"/>
    <c:showDLblsOverMax val="0"/>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2482087199719584"/>
          <c:y val="6.6884795092502891E-2"/>
          <c:w val="0.74028182959714151"/>
          <c:h val="0.84982695159419741"/>
        </c:manualLayout>
      </c:layout>
      <c:lineChart>
        <c:grouping val="standard"/>
        <c:varyColors val="0"/>
        <c:ser>
          <c:idx val="0"/>
          <c:order val="0"/>
          <c:val>
            <c:numRef>
              <c:f>公司整体!$D$3:$F$3</c:f>
              <c:numCache>
                <c:formatCode>_ * #,##0_ ;_ * \-#,##0_ ;_ * "-"??_ ;_ @_ </c:formatCode>
                <c:ptCount val="3"/>
                <c:pt idx="0">
                  <c:v>19888755</c:v>
                </c:pt>
                <c:pt idx="1">
                  <c:v>19702709</c:v>
                </c:pt>
                <c:pt idx="2">
                  <c:v>19593646</c:v>
                </c:pt>
              </c:numCache>
            </c:numRef>
          </c:val>
          <c:smooth val="0"/>
          <c:extLst>
            <c:ext xmlns:c15="http://schemas.microsoft.com/office/drawing/2012/chart" uri="{02D57815-91ED-43cb-92C2-25804820EDAC}">
              <c15:filteredSeriesTitle>
                <c15:tx>
                  <c:strRef>
                    <c:extLst>
                      <c:ext uri="{02D57815-91ED-43cb-92C2-25804820EDAC}">
                        <c15:formulaRef>
                          <c15:sqref>公司整体!$C$3</c15:sqref>
                        </c15:formulaRef>
                      </c:ext>
                    </c:extLst>
                    <c:strCache>
                      <c:ptCount val="1"/>
                      <c:pt idx="0">
                        <c:v>支杆</c:v>
                      </c:pt>
                    </c:strCache>
                  </c:strRef>
                </c15:tx>
              </c15:filteredSeriesTitle>
            </c:ext>
            <c:ext xmlns:c15="http://schemas.microsoft.com/office/drawing/2012/chart" uri="{02D57815-91ED-43cb-92C2-25804820EDAC}">
              <c15:filteredCategoryTitle>
                <c15:cat>
                  <c:numRef>
                    <c:extLst>
                      <c:ext uri="{02D57815-91ED-43cb-92C2-25804820EDAC}">
                        <c15:formulaRef>
                          <c15:sqref>公司整体!$D$2:$F$2</c15:sqref>
                        </c15:formulaRef>
                      </c:ext>
                    </c:extLst>
                    <c:numCache>
                      <c:formatCode>General</c:formatCode>
                      <c:ptCount val="3"/>
                      <c:pt idx="0">
                        <c:v>2013</c:v>
                      </c:pt>
                      <c:pt idx="1">
                        <c:v>2014</c:v>
                      </c:pt>
                      <c:pt idx="2">
                        <c:v>2015</c:v>
                      </c:pt>
                    </c:numCache>
                  </c:numRef>
                </c15:cat>
              </c15:filteredCategoryTitle>
            </c:ext>
            <c:ext xmlns:c16="http://schemas.microsoft.com/office/drawing/2014/chart" uri="{C3380CC4-5D6E-409C-BE32-E72D297353CC}">
              <c16:uniqueId val="{00000000-A5D1-4BAD-997A-CA4409253424}"/>
            </c:ext>
          </c:extLst>
        </c:ser>
        <c:ser>
          <c:idx val="1"/>
          <c:order val="1"/>
          <c:val>
            <c:numRef>
              <c:f>公司整体!$D$4:$F$4</c:f>
              <c:numCache>
                <c:formatCode>_ * #,##0_ ;_ * \-#,##0_ ;_ * "-"??_ ;_ @_ </c:formatCode>
                <c:ptCount val="3"/>
                <c:pt idx="0">
                  <c:v>10874333</c:v>
                </c:pt>
                <c:pt idx="1">
                  <c:v>12077438</c:v>
                </c:pt>
                <c:pt idx="2">
                  <c:v>12732160</c:v>
                </c:pt>
              </c:numCache>
            </c:numRef>
          </c:val>
          <c:smooth val="0"/>
          <c:extLst>
            <c:ext xmlns:c15="http://schemas.microsoft.com/office/drawing/2012/chart" uri="{02D57815-91ED-43cb-92C2-25804820EDAC}">
              <c15:filteredSeriesTitle>
                <c15:tx>
                  <c:strRef>
                    <c:extLst>
                      <c:ext uri="{02D57815-91ED-43cb-92C2-25804820EDAC}">
                        <c15:formulaRef>
                          <c15:sqref>公司整体!$C$4</c15:sqref>
                        </c15:formulaRef>
                      </c:ext>
                    </c:extLst>
                    <c:strCache>
                      <c:ptCount val="1"/>
                      <c:pt idx="0">
                        <c:v>泡沫</c:v>
                      </c:pt>
                    </c:strCache>
                  </c:strRef>
                </c15:tx>
              </c15:filteredSeriesTitle>
            </c:ext>
            <c:ext xmlns:c15="http://schemas.microsoft.com/office/drawing/2012/chart" uri="{02D57815-91ED-43cb-92C2-25804820EDAC}">
              <c15:filteredCategoryTitle>
                <c15:cat>
                  <c:numRef>
                    <c:extLst>
                      <c:ext uri="{02D57815-91ED-43cb-92C2-25804820EDAC}">
                        <c15:formulaRef>
                          <c15:sqref>公司整体!$D$2:$F$2</c15:sqref>
                        </c15:formulaRef>
                      </c:ext>
                    </c:extLst>
                    <c:numCache>
                      <c:formatCode>General</c:formatCode>
                      <c:ptCount val="3"/>
                      <c:pt idx="0">
                        <c:v>2013</c:v>
                      </c:pt>
                      <c:pt idx="1">
                        <c:v>2014</c:v>
                      </c:pt>
                      <c:pt idx="2">
                        <c:v>2015</c:v>
                      </c:pt>
                    </c:numCache>
                  </c:numRef>
                </c15:cat>
              </c15:filteredCategoryTitle>
            </c:ext>
            <c:ext xmlns:c16="http://schemas.microsoft.com/office/drawing/2014/chart" uri="{C3380CC4-5D6E-409C-BE32-E72D297353CC}">
              <c16:uniqueId val="{00000001-A5D1-4BAD-997A-CA4409253424}"/>
            </c:ext>
          </c:extLst>
        </c:ser>
        <c:ser>
          <c:idx val="2"/>
          <c:order val="2"/>
          <c:val>
            <c:numRef>
              <c:f>公司整体!$D$5:$F$5</c:f>
              <c:numCache>
                <c:formatCode>_ * #,##0_ ;_ * \-#,##0_ ;_ * "-"??_ ;_ @_ </c:formatCode>
                <c:ptCount val="3"/>
                <c:pt idx="0">
                  <c:v>12963801</c:v>
                </c:pt>
                <c:pt idx="1">
                  <c:v>13914942</c:v>
                </c:pt>
                <c:pt idx="2">
                  <c:v>13870458</c:v>
                </c:pt>
              </c:numCache>
            </c:numRef>
          </c:val>
          <c:smooth val="0"/>
          <c:extLst>
            <c:ext xmlns:c15="http://schemas.microsoft.com/office/drawing/2012/chart" uri="{02D57815-91ED-43cb-92C2-25804820EDAC}">
              <c15:filteredSeriesTitle>
                <c15:tx>
                  <c:strRef>
                    <c:extLst>
                      <c:ext uri="{02D57815-91ED-43cb-92C2-25804820EDAC}">
                        <c15:formulaRef>
                          <c15:sqref>公司整体!$C$5</c15:sqref>
                        </c15:formulaRef>
                      </c:ext>
                    </c:extLst>
                    <c:strCache>
                      <c:ptCount val="1"/>
                      <c:pt idx="0">
                        <c:v>注塑</c:v>
                      </c:pt>
                    </c:strCache>
                  </c:strRef>
                </c15:tx>
              </c15:filteredSeriesTitle>
            </c:ext>
            <c:ext xmlns:c15="http://schemas.microsoft.com/office/drawing/2012/chart" uri="{02D57815-91ED-43cb-92C2-25804820EDAC}">
              <c15:filteredCategoryTitle>
                <c15:cat>
                  <c:numRef>
                    <c:extLst>
                      <c:ext uri="{02D57815-91ED-43cb-92C2-25804820EDAC}">
                        <c15:formulaRef>
                          <c15:sqref>公司整体!$D$2:$F$2</c15:sqref>
                        </c15:formulaRef>
                      </c:ext>
                    </c:extLst>
                    <c:numCache>
                      <c:formatCode>General</c:formatCode>
                      <c:ptCount val="3"/>
                      <c:pt idx="0">
                        <c:v>2013</c:v>
                      </c:pt>
                      <c:pt idx="1">
                        <c:v>2014</c:v>
                      </c:pt>
                      <c:pt idx="2">
                        <c:v>2015</c:v>
                      </c:pt>
                    </c:numCache>
                  </c:numRef>
                </c15:cat>
              </c15:filteredCategoryTitle>
            </c:ext>
            <c:ext xmlns:c16="http://schemas.microsoft.com/office/drawing/2014/chart" uri="{C3380CC4-5D6E-409C-BE32-E72D297353CC}">
              <c16:uniqueId val="{00000002-A5D1-4BAD-997A-CA4409253424}"/>
            </c:ext>
          </c:extLst>
        </c:ser>
        <c:ser>
          <c:idx val="3"/>
          <c:order val="3"/>
          <c:val>
            <c:numRef>
              <c:f>公司整体!$D$6:$F$6</c:f>
              <c:numCache>
                <c:formatCode>_ * #,##0_ ;_ * \-#,##0_ ;_ * "-"??_ ;_ @_ </c:formatCode>
                <c:ptCount val="3"/>
                <c:pt idx="0">
                  <c:v>9346008</c:v>
                </c:pt>
                <c:pt idx="1">
                  <c:v>11377841</c:v>
                </c:pt>
                <c:pt idx="2">
                  <c:v>11954360</c:v>
                </c:pt>
              </c:numCache>
            </c:numRef>
          </c:val>
          <c:smooth val="0"/>
          <c:extLst>
            <c:ext xmlns:c15="http://schemas.microsoft.com/office/drawing/2012/chart" uri="{02D57815-91ED-43cb-92C2-25804820EDAC}">
              <c15:filteredSeriesTitle>
                <c15:tx>
                  <c:strRef>
                    <c:extLst>
                      <c:ext uri="{02D57815-91ED-43cb-92C2-25804820EDAC}">
                        <c15:formulaRef>
                          <c15:sqref>公司整体!$C$6</c15:sqref>
                        </c15:formulaRef>
                      </c:ext>
                    </c:extLst>
                    <c:strCache>
                      <c:ptCount val="1"/>
                      <c:pt idx="0">
                        <c:v>装配</c:v>
                      </c:pt>
                    </c:strCache>
                  </c:strRef>
                </c15:tx>
              </c15:filteredSeriesTitle>
            </c:ext>
            <c:ext xmlns:c15="http://schemas.microsoft.com/office/drawing/2012/chart" uri="{02D57815-91ED-43cb-92C2-25804820EDAC}">
              <c15:filteredCategoryTitle>
                <c15:cat>
                  <c:numRef>
                    <c:extLst>
                      <c:ext uri="{02D57815-91ED-43cb-92C2-25804820EDAC}">
                        <c15:formulaRef>
                          <c15:sqref>公司整体!$D$2:$F$2</c15:sqref>
                        </c15:formulaRef>
                      </c:ext>
                    </c:extLst>
                    <c:numCache>
                      <c:formatCode>General</c:formatCode>
                      <c:ptCount val="3"/>
                      <c:pt idx="0">
                        <c:v>2013</c:v>
                      </c:pt>
                      <c:pt idx="1">
                        <c:v>2014</c:v>
                      </c:pt>
                      <c:pt idx="2">
                        <c:v>2015</c:v>
                      </c:pt>
                    </c:numCache>
                  </c:numRef>
                </c15:cat>
              </c15:filteredCategoryTitle>
            </c:ext>
            <c:ext xmlns:c16="http://schemas.microsoft.com/office/drawing/2014/chart" uri="{C3380CC4-5D6E-409C-BE32-E72D297353CC}">
              <c16:uniqueId val="{00000003-A5D1-4BAD-997A-CA4409253424}"/>
            </c:ext>
          </c:extLst>
        </c:ser>
        <c:ser>
          <c:idx val="4"/>
          <c:order val="4"/>
          <c:val>
            <c:numRef>
              <c:f>公司整体!$D$7:$F$7</c:f>
              <c:numCache>
                <c:formatCode>_ * #,##0_ ;_ * \-#,##0_ ;_ * "-"??_ ;_ @_ </c:formatCode>
                <c:ptCount val="3"/>
                <c:pt idx="0">
                  <c:v>9540348</c:v>
                </c:pt>
                <c:pt idx="1">
                  <c:v>9932340</c:v>
                </c:pt>
                <c:pt idx="2">
                  <c:v>10214360</c:v>
                </c:pt>
              </c:numCache>
            </c:numRef>
          </c:val>
          <c:smooth val="0"/>
          <c:extLst>
            <c:ext xmlns:c15="http://schemas.microsoft.com/office/drawing/2012/chart" uri="{02D57815-91ED-43cb-92C2-25804820EDAC}">
              <c15:filteredSeriesTitle>
                <c15:tx>
                  <c:strRef>
                    <c:extLst>
                      <c:ext uri="{02D57815-91ED-43cb-92C2-25804820EDAC}">
                        <c15:formulaRef>
                          <c15:sqref>公司整体!$C$7</c15:sqref>
                        </c15:formulaRef>
                      </c:ext>
                    </c:extLst>
                    <c:strCache>
                      <c:ptCount val="1"/>
                      <c:pt idx="0">
                        <c:v>缝纫</c:v>
                      </c:pt>
                    </c:strCache>
                  </c:strRef>
                </c15:tx>
              </c15:filteredSeriesTitle>
            </c:ext>
            <c:ext xmlns:c15="http://schemas.microsoft.com/office/drawing/2012/chart" uri="{02D57815-91ED-43cb-92C2-25804820EDAC}">
              <c15:filteredCategoryTitle>
                <c15:cat>
                  <c:numRef>
                    <c:extLst>
                      <c:ext uri="{02D57815-91ED-43cb-92C2-25804820EDAC}">
                        <c15:formulaRef>
                          <c15:sqref>公司整体!$D$2:$F$2</c15:sqref>
                        </c15:formulaRef>
                      </c:ext>
                    </c:extLst>
                    <c:numCache>
                      <c:formatCode>General</c:formatCode>
                      <c:ptCount val="3"/>
                      <c:pt idx="0">
                        <c:v>2013</c:v>
                      </c:pt>
                      <c:pt idx="1">
                        <c:v>2014</c:v>
                      </c:pt>
                      <c:pt idx="2">
                        <c:v>2015</c:v>
                      </c:pt>
                    </c:numCache>
                  </c:numRef>
                </c15:cat>
              </c15:filteredCategoryTitle>
            </c:ext>
            <c:ext xmlns:c16="http://schemas.microsoft.com/office/drawing/2014/chart" uri="{C3380CC4-5D6E-409C-BE32-E72D297353CC}">
              <c16:uniqueId val="{00000004-A5D1-4BAD-997A-CA4409253424}"/>
            </c:ext>
          </c:extLst>
        </c:ser>
        <c:dLbls>
          <c:showLegendKey val="0"/>
          <c:showVal val="0"/>
          <c:showCatName val="0"/>
          <c:showSerName val="0"/>
          <c:showPercent val="0"/>
          <c:showBubbleSize val="0"/>
        </c:dLbls>
        <c:marker val="1"/>
        <c:smooth val="0"/>
        <c:axId val="181915648"/>
        <c:axId val="181917184"/>
      </c:lineChart>
      <c:catAx>
        <c:axId val="181915648"/>
        <c:scaling>
          <c:orientation val="minMax"/>
        </c:scaling>
        <c:delete val="0"/>
        <c:axPos val="b"/>
        <c:numFmt formatCode="General" sourceLinked="1"/>
        <c:majorTickMark val="out"/>
        <c:minorTickMark val="none"/>
        <c:tickLblPos val="nextTo"/>
        <c:crossAx val="181917184"/>
        <c:crosses val="autoZero"/>
        <c:auto val="1"/>
        <c:lblAlgn val="ctr"/>
        <c:lblOffset val="100"/>
        <c:noMultiLvlLbl val="0"/>
      </c:catAx>
      <c:valAx>
        <c:axId val="181917184"/>
        <c:scaling>
          <c:orientation val="minMax"/>
        </c:scaling>
        <c:delete val="0"/>
        <c:axPos val="l"/>
        <c:numFmt formatCode="_ * #,##0_ ;_ * \-#,##0_ ;_ * &quot;-&quot;??_ ;_ @_ " sourceLinked="1"/>
        <c:majorTickMark val="out"/>
        <c:minorTickMark val="none"/>
        <c:tickLblPos val="nextTo"/>
        <c:crossAx val="181915648"/>
        <c:crosses val="autoZero"/>
        <c:crossBetween val="between"/>
      </c:valAx>
    </c:plotArea>
    <c:legend>
      <c:legendPos val="r"/>
      <c:overlay val="0"/>
    </c:legend>
    <c:plotVisOnly val="1"/>
    <c:dispBlanksAs val="gap"/>
    <c:showDLblsOverMax val="0"/>
  </c:chart>
  <c:spPr>
    <a:gradFill rotWithShape="1">
      <a:gsLst>
        <a:gs pos="0">
          <a:schemeClr val="accent5">
            <a:shade val="51000"/>
            <a:satMod val="130000"/>
          </a:schemeClr>
        </a:gs>
        <a:gs pos="80000">
          <a:schemeClr val="accent5">
            <a:shade val="93000"/>
            <a:satMod val="130000"/>
          </a:schemeClr>
        </a:gs>
        <a:gs pos="100000">
          <a:schemeClr val="accent5">
            <a:shade val="94000"/>
            <a:satMod val="135000"/>
          </a:schemeClr>
        </a:gs>
      </a:gsLst>
      <a:lin ang="16200000" scaled="0"/>
    </a:gradFill>
    <a:ln w="9525" cap="flat" cmpd="sng" algn="ctr">
      <a:solidFill>
        <a:schemeClr val="accent5">
          <a:shade val="95000"/>
          <a:satMod val="105000"/>
        </a:schemeClr>
      </a:solidFill>
      <a:prstDash val="solid"/>
    </a:ln>
    <a:effectLst>
      <a:outerShdw blurRad="40000" dist="23000" dir="5400000" rotWithShape="0">
        <a:srgbClr val="000000">
          <a:alpha val="35000"/>
        </a:srgbClr>
      </a:outerShdw>
    </a:effectLst>
  </c:spPr>
  <c:txPr>
    <a:bodyPr/>
    <a:lstStyle/>
    <a:p>
      <a:pPr>
        <a:defRPr>
          <a:solidFill>
            <a:schemeClr val="lt1"/>
          </a:solidFill>
          <a:latin typeface="+mn-lt"/>
          <a:ea typeface="+mn-ea"/>
          <a:cs typeface="+mn-cs"/>
        </a:defRPr>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a:extLst>
              <a:ext uri="{FF2B5EF4-FFF2-40B4-BE49-F238E27FC236}">
                <a16:creationId xmlns:a16="http://schemas.microsoft.com/office/drawing/2014/main" id="{DB8B8186-06AF-4773-BA7E-4D2A56E7E2C4}"/>
              </a:ext>
            </a:extLst>
          </p:cNvPr>
          <p:cNvSpPr>
            <a:spLocks noGrp="1" noChangeArrowheads="1"/>
          </p:cNvSpPr>
          <p:nvPr>
            <p:ph type="hdr" sz="quarter" idx="4294967295"/>
          </p:nvPr>
        </p:nvSpPr>
        <p:spPr bwMode="auto">
          <a:xfrm>
            <a:off x="0" y="0"/>
            <a:ext cx="3962400" cy="344488"/>
          </a:xfrm>
          <a:prstGeom prst="rect">
            <a:avLst/>
          </a:prstGeom>
          <a:noFill/>
          <a:ln>
            <a:noFill/>
          </a:ln>
        </p:spPr>
        <p:txBody>
          <a:bodyPr vert="horz" wrap="square" lIns="91440" tIns="45720" rIns="91440" bIns="45720" numCol="1" anchor="t" anchorCtr="0" compatLnSpc="1">
            <a:prstTxWarp prst="textNoShape">
              <a:avLst/>
            </a:prstTxWarp>
          </a:bodyPr>
          <a:lstStyle>
            <a:lvl1pPr eaLnBrk="1" fontAlgn="auto" hangingPunct="1">
              <a:spcBef>
                <a:spcPts val="0"/>
              </a:spcBef>
              <a:spcAft>
                <a:spcPts val="0"/>
              </a:spcAft>
              <a:buFont typeface="Arial" panose="020B0604020202020204" pitchFamily="34" charset="0"/>
              <a:buNone/>
              <a:defRPr sz="1200">
                <a:latin typeface="+mn-lt"/>
              </a:defRPr>
            </a:lvl1pPr>
          </a:lstStyle>
          <a:p>
            <a:pPr>
              <a:defRPr/>
            </a:pPr>
            <a:endParaRPr lang="zh-CN" altLang="zh-CN"/>
          </a:p>
        </p:txBody>
      </p:sp>
      <p:sp>
        <p:nvSpPr>
          <p:cNvPr id="2051" name="日期占位符 2">
            <a:extLst>
              <a:ext uri="{FF2B5EF4-FFF2-40B4-BE49-F238E27FC236}">
                <a16:creationId xmlns:a16="http://schemas.microsoft.com/office/drawing/2014/main" id="{0CFBC8FF-F0D0-4357-976F-3E70F9CE0592}"/>
              </a:ext>
            </a:extLst>
          </p:cNvPr>
          <p:cNvSpPr>
            <a:spLocks noGrp="1" noChangeArrowheads="1"/>
          </p:cNvSpPr>
          <p:nvPr>
            <p:ph type="dt" idx="1"/>
          </p:nvPr>
        </p:nvSpPr>
        <p:spPr bwMode="auto">
          <a:xfrm>
            <a:off x="5180013" y="0"/>
            <a:ext cx="3962400" cy="344488"/>
          </a:xfrm>
          <a:prstGeom prst="rect">
            <a:avLst/>
          </a:prstGeom>
          <a:noFill/>
          <a:ln>
            <a:noFill/>
          </a:ln>
        </p:spPr>
        <p:txBody>
          <a:bodyPr vert="horz" wrap="square" lIns="91440" tIns="45720" rIns="91440" bIns="45720" numCol="1" anchor="t" anchorCtr="0" compatLnSpc="1">
            <a:prstTxWarp prst="textNoShape">
              <a:avLst/>
            </a:prstTxWarp>
          </a:bodyPr>
          <a:lstStyle>
            <a:lvl1pPr algn="r" eaLnBrk="1" fontAlgn="auto" hangingPunct="1">
              <a:spcBef>
                <a:spcPts val="0"/>
              </a:spcBef>
              <a:spcAft>
                <a:spcPts val="0"/>
              </a:spcAft>
              <a:buFont typeface="Arial" panose="020B0604020202020204" pitchFamily="34" charset="0"/>
              <a:buNone/>
              <a:defRPr>
                <a:latin typeface="+mn-lt"/>
              </a:defRPr>
            </a:lvl1pPr>
          </a:lstStyle>
          <a:p>
            <a:pPr>
              <a:defRPr/>
            </a:pPr>
            <a:fld id="{20498157-84F8-4033-9857-06EB960C571D}" type="datetime1">
              <a:rPr lang="zh-CN" altLang="en-US"/>
              <a:pPr>
                <a:defRPr/>
              </a:pPr>
              <a:t>2025/12/14</a:t>
            </a:fld>
            <a:endParaRPr lang="zh-CN" altLang="en-US" sz="1200"/>
          </a:p>
        </p:txBody>
      </p:sp>
      <p:sp>
        <p:nvSpPr>
          <p:cNvPr id="44036" name="幻灯片图像占位符 3">
            <a:extLst>
              <a:ext uri="{FF2B5EF4-FFF2-40B4-BE49-F238E27FC236}">
                <a16:creationId xmlns:a16="http://schemas.microsoft.com/office/drawing/2014/main" id="{0FE36320-D0A4-46D1-BF91-B81BDB5817B6}"/>
              </a:ext>
            </a:extLst>
          </p:cNvPr>
          <p:cNvSpPr>
            <a:spLocks noGrp="1" noRot="1" noChangeAspect="1" noChangeArrowheads="1"/>
          </p:cNvSpPr>
          <p:nvPr>
            <p:ph type="sldImg" idx="2"/>
          </p:nvPr>
        </p:nvSpPr>
        <p:spPr bwMode="auto">
          <a:xfrm>
            <a:off x="3028950" y="857250"/>
            <a:ext cx="30861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bevel/>
                <a:headEnd/>
                <a:tailEnd/>
              </a14:hiddenLine>
            </a:ext>
          </a:extLst>
        </p:spPr>
      </p:sp>
      <p:sp>
        <p:nvSpPr>
          <p:cNvPr id="2053" name="备注占位符 4">
            <a:extLst>
              <a:ext uri="{FF2B5EF4-FFF2-40B4-BE49-F238E27FC236}">
                <a16:creationId xmlns:a16="http://schemas.microsoft.com/office/drawing/2014/main" id="{2D6173E0-30D7-4D12-BBDD-9CA7569AA8CE}"/>
              </a:ext>
            </a:extLst>
          </p:cNvPr>
          <p:cNvSpPr>
            <a:spLocks noGrp="1" noRot="1" noChangeAspect="1" noChangeArrowheads="1"/>
          </p:cNvSpPr>
          <p:nvPr/>
        </p:nvSpPr>
        <p:spPr bwMode="auto">
          <a:xfrm>
            <a:off x="914400" y="3300413"/>
            <a:ext cx="7315200" cy="2700337"/>
          </a:xfrm>
          <a:prstGeom prst="rect">
            <a:avLst/>
          </a:prstGeom>
          <a:noFill/>
          <a:ln>
            <a:noFill/>
          </a:ln>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fontAlgn="auto">
              <a:spcAft>
                <a:spcPts val="0"/>
              </a:spcAft>
              <a:defRPr/>
            </a:pPr>
            <a:r>
              <a:rPr lang="zh-CN" altLang="zh-CN"/>
              <a:t>单击此处编辑母版文本样式</a:t>
            </a:r>
          </a:p>
          <a:p>
            <a:pPr fontAlgn="auto">
              <a:spcAft>
                <a:spcPts val="0"/>
              </a:spcAft>
              <a:defRPr/>
            </a:pPr>
            <a:r>
              <a:rPr lang="zh-CN" altLang="zh-CN"/>
              <a:t>第二级</a:t>
            </a:r>
          </a:p>
          <a:p>
            <a:pPr fontAlgn="auto">
              <a:spcAft>
                <a:spcPts val="0"/>
              </a:spcAft>
              <a:defRPr/>
            </a:pPr>
            <a:r>
              <a:rPr lang="zh-CN" altLang="zh-CN"/>
              <a:t>第三级</a:t>
            </a:r>
          </a:p>
          <a:p>
            <a:pPr fontAlgn="auto">
              <a:spcAft>
                <a:spcPts val="0"/>
              </a:spcAft>
              <a:defRPr/>
            </a:pPr>
            <a:r>
              <a:rPr lang="zh-CN" altLang="zh-CN"/>
              <a:t>第四级</a:t>
            </a:r>
          </a:p>
          <a:p>
            <a:pPr fontAlgn="auto">
              <a:spcAft>
                <a:spcPts val="0"/>
              </a:spcAft>
              <a:defRPr/>
            </a:pPr>
            <a:r>
              <a:rPr lang="zh-CN" altLang="zh-CN"/>
              <a:t>第五级</a:t>
            </a:r>
          </a:p>
        </p:txBody>
      </p:sp>
      <p:sp>
        <p:nvSpPr>
          <p:cNvPr id="2054" name="页脚占位符 5">
            <a:extLst>
              <a:ext uri="{FF2B5EF4-FFF2-40B4-BE49-F238E27FC236}">
                <a16:creationId xmlns:a16="http://schemas.microsoft.com/office/drawing/2014/main" id="{9FC954A7-FDED-4D96-B018-EC88A951F16D}"/>
              </a:ext>
            </a:extLst>
          </p:cNvPr>
          <p:cNvSpPr>
            <a:spLocks noGrp="1" noChangeArrowheads="1"/>
          </p:cNvSpPr>
          <p:nvPr>
            <p:ph type="ftr" sz="quarter" idx="4"/>
          </p:nvPr>
        </p:nvSpPr>
        <p:spPr bwMode="auto">
          <a:xfrm>
            <a:off x="0" y="6513513"/>
            <a:ext cx="3962400" cy="344487"/>
          </a:xfrm>
          <a:prstGeom prst="rect">
            <a:avLst/>
          </a:prstGeom>
          <a:noFill/>
          <a:ln>
            <a:noFill/>
          </a:ln>
        </p:spPr>
        <p:txBody>
          <a:bodyPr vert="horz" wrap="square" lIns="91440" tIns="45720" rIns="91440" bIns="45720" numCol="1" anchor="b" anchorCtr="0" compatLnSpc="1">
            <a:prstTxWarp prst="textNoShape">
              <a:avLst/>
            </a:prstTxWarp>
          </a:bodyPr>
          <a:lstStyle>
            <a:lvl1pPr eaLnBrk="1" fontAlgn="auto" hangingPunct="1">
              <a:spcBef>
                <a:spcPts val="0"/>
              </a:spcBef>
              <a:spcAft>
                <a:spcPts val="0"/>
              </a:spcAft>
              <a:buFont typeface="Arial" panose="020B0604020202020204" pitchFamily="34" charset="0"/>
              <a:buNone/>
              <a:defRPr sz="1200">
                <a:latin typeface="+mn-lt"/>
              </a:defRPr>
            </a:lvl1pPr>
          </a:lstStyle>
          <a:p>
            <a:pPr>
              <a:defRPr/>
            </a:pPr>
            <a:endParaRPr lang="zh-CN" altLang="zh-CN"/>
          </a:p>
        </p:txBody>
      </p:sp>
      <p:sp>
        <p:nvSpPr>
          <p:cNvPr id="2055" name="灯片编号占位符 6">
            <a:extLst>
              <a:ext uri="{FF2B5EF4-FFF2-40B4-BE49-F238E27FC236}">
                <a16:creationId xmlns:a16="http://schemas.microsoft.com/office/drawing/2014/main" id="{9FE8150D-2D20-4BBE-A738-5FF2985E8369}"/>
              </a:ext>
            </a:extLst>
          </p:cNvPr>
          <p:cNvSpPr>
            <a:spLocks noGrp="1" noChangeArrowheads="1"/>
          </p:cNvSpPr>
          <p:nvPr>
            <p:ph type="sldNum" sz="quarter" idx="5"/>
          </p:nvPr>
        </p:nvSpPr>
        <p:spPr bwMode="auto">
          <a:xfrm>
            <a:off x="5180013" y="6513513"/>
            <a:ext cx="3962400" cy="344487"/>
          </a:xfrm>
          <a:prstGeom prst="rect">
            <a:avLst/>
          </a:prstGeom>
          <a:noFill/>
          <a:ln>
            <a:noFill/>
          </a:ln>
        </p:spPr>
        <p:txBody>
          <a:bodyPr vert="horz" wrap="square" lIns="91440" tIns="45720" rIns="91440" bIns="45720" numCol="1" anchor="b" anchorCtr="0" compatLnSpc="1">
            <a:prstTxWarp prst="textNoShape">
              <a:avLst/>
            </a:prstTxWarp>
          </a:bodyPr>
          <a:lstStyle>
            <a:lvl1pPr algn="r" eaLnBrk="1" fontAlgn="auto" hangingPunct="1">
              <a:spcBef>
                <a:spcPts val="0"/>
              </a:spcBef>
              <a:spcAft>
                <a:spcPts val="0"/>
              </a:spcAft>
              <a:buFont typeface="Arial" panose="020B0604020202020204" pitchFamily="34" charset="0"/>
              <a:buNone/>
              <a:defRPr>
                <a:latin typeface="+mn-lt"/>
              </a:defRPr>
            </a:lvl1pPr>
          </a:lstStyle>
          <a:p>
            <a:pPr>
              <a:defRPr/>
            </a:pPr>
            <a:fld id="{70A48D3E-8FF7-4DDA-A32B-5B17E9E4BF49}" type="slidenum">
              <a:rPr lang="zh-CN" altLang="en-US"/>
              <a:pPr>
                <a:defRPr/>
              </a:pPr>
              <a:t>‹#›</a:t>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841772"/>
            <a:ext cx="58293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2701528"/>
            <a:ext cx="51435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a:extLst>
              <a:ext uri="{FF2B5EF4-FFF2-40B4-BE49-F238E27FC236}">
                <a16:creationId xmlns:a16="http://schemas.microsoft.com/office/drawing/2014/main" id="{CCD43CC9-010E-41AB-B1F4-71A91D9AE12E}"/>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068CDA5F-83F1-4FE2-9BB9-A58409847E83}" type="datetime1">
              <a:rPr lang="zh-CN" altLang="en-US"/>
              <a:pPr>
                <a:defRPr/>
              </a:pPr>
              <a:t>2025/12/14</a:t>
            </a:fld>
            <a:endParaRPr lang="zh-CN" altLang="en-US" sz="1350">
              <a:solidFill>
                <a:schemeClr val="tx1"/>
              </a:solidFill>
            </a:endParaRPr>
          </a:p>
        </p:txBody>
      </p:sp>
      <p:sp>
        <p:nvSpPr>
          <p:cNvPr id="5" name="Footer Placeholder 4">
            <a:extLst>
              <a:ext uri="{FF2B5EF4-FFF2-40B4-BE49-F238E27FC236}">
                <a16:creationId xmlns:a16="http://schemas.microsoft.com/office/drawing/2014/main" id="{3C8D1281-8425-47B5-9A57-4B5F8704E154}"/>
              </a:ext>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a:ext uri="{FF2B5EF4-FFF2-40B4-BE49-F238E27FC236}">
                <a16:creationId xmlns:a16="http://schemas.microsoft.com/office/drawing/2014/main" id="{5C1ADD93-5B72-49B2-9B16-5E8D33C72BF0}"/>
              </a:ext>
            </a:extLst>
          </p:cNvPr>
          <p:cNvSpPr>
            <a:spLocks noGrp="1"/>
          </p:cNvSpPr>
          <p:nvPr>
            <p:ph type="sldNum" sz="quarter" idx="12"/>
          </p:nvPr>
        </p:nvSpPr>
        <p:spPr/>
        <p:txBody>
          <a:bodyPr/>
          <a:lstStyle>
            <a:lvl1pPr>
              <a:defRPr/>
            </a:lvl1pPr>
          </a:lstStyle>
          <a:p>
            <a:pPr>
              <a:defRPr/>
            </a:pPr>
            <a:fld id="{A628C649-FE15-4890-B9D7-4962D6D574E4}"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358445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Footer Placeholder 4">
            <a:extLst>
              <a:ext uri="{FF2B5EF4-FFF2-40B4-BE49-F238E27FC236}">
                <a16:creationId xmlns:a16="http://schemas.microsoft.com/office/drawing/2014/main" id="{E1316108-21B9-44A6-B4ED-AEE6A8D3A89C}"/>
              </a:ext>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a:ext uri="{FF2B5EF4-FFF2-40B4-BE49-F238E27FC236}">
                <a16:creationId xmlns:a16="http://schemas.microsoft.com/office/drawing/2014/main" id="{6C571ACD-B9A1-47F5-B7E8-EF8B9AECF6A6}"/>
              </a:ext>
            </a:extLst>
          </p:cNvPr>
          <p:cNvSpPr>
            <a:spLocks noGrp="1"/>
          </p:cNvSpPr>
          <p:nvPr>
            <p:ph type="sldNum" sz="quarter" idx="12"/>
          </p:nvPr>
        </p:nvSpPr>
        <p:spPr/>
        <p:txBody>
          <a:bodyPr/>
          <a:lstStyle>
            <a:lvl1pPr>
              <a:defRPr/>
            </a:lvl1pPr>
          </a:lstStyle>
          <a:p>
            <a:pPr>
              <a:defRPr/>
            </a:pPr>
            <a:fld id="{92DCD21D-2A3E-4512-916E-CB23BAB8A41E}"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3057986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1282305"/>
            <a:ext cx="5915025"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467916" y="3442099"/>
            <a:ext cx="5915025"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a:extLst>
              <a:ext uri="{FF2B5EF4-FFF2-40B4-BE49-F238E27FC236}">
                <a16:creationId xmlns:a16="http://schemas.microsoft.com/office/drawing/2014/main" id="{90B5BD87-D7A0-48A5-803F-8CFAA124B19B}"/>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FB9FC375-BCC3-40D5-A736-616A5BB4B870}" type="datetime1">
              <a:rPr lang="zh-CN" altLang="en-US"/>
              <a:pPr>
                <a:defRPr/>
              </a:pPr>
              <a:t>2025/12/14</a:t>
            </a:fld>
            <a:endParaRPr lang="zh-CN" altLang="en-US" sz="1350">
              <a:solidFill>
                <a:schemeClr val="tx1"/>
              </a:solidFill>
            </a:endParaRPr>
          </a:p>
        </p:txBody>
      </p:sp>
      <p:sp>
        <p:nvSpPr>
          <p:cNvPr id="5" name="Footer Placeholder 4">
            <a:extLst>
              <a:ext uri="{FF2B5EF4-FFF2-40B4-BE49-F238E27FC236}">
                <a16:creationId xmlns:a16="http://schemas.microsoft.com/office/drawing/2014/main" id="{070F5B59-5B60-485E-9656-F9A85782FE59}"/>
              </a:ext>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a:ext uri="{FF2B5EF4-FFF2-40B4-BE49-F238E27FC236}">
                <a16:creationId xmlns:a16="http://schemas.microsoft.com/office/drawing/2014/main" id="{D8626126-AEDB-455D-8122-8B207C830225}"/>
              </a:ext>
            </a:extLst>
          </p:cNvPr>
          <p:cNvSpPr>
            <a:spLocks noGrp="1"/>
          </p:cNvSpPr>
          <p:nvPr>
            <p:ph type="sldNum" sz="quarter" idx="12"/>
          </p:nvPr>
        </p:nvSpPr>
        <p:spPr/>
        <p:txBody>
          <a:bodyPr/>
          <a:lstStyle>
            <a:lvl1pPr>
              <a:defRPr/>
            </a:lvl1pPr>
          </a:lstStyle>
          <a:p>
            <a:pPr>
              <a:defRPr/>
            </a:pPr>
            <a:fld id="{127259D5-46FA-46BD-A7F8-BB2FD553DC07}"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3937114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1488" y="1369219"/>
            <a:ext cx="291465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471863" y="1369219"/>
            <a:ext cx="2914650" cy="3263504"/>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3">
            <a:extLst>
              <a:ext uri="{FF2B5EF4-FFF2-40B4-BE49-F238E27FC236}">
                <a16:creationId xmlns:a16="http://schemas.microsoft.com/office/drawing/2014/main" id="{2180A75B-3648-465B-8A10-4802969BA1BE}"/>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65C3D49D-B82C-4995-9814-E37DC52E5FDB}" type="datetime1">
              <a:rPr lang="zh-CN" altLang="en-US"/>
              <a:pPr>
                <a:defRPr/>
              </a:pPr>
              <a:t>2025/12/14</a:t>
            </a:fld>
            <a:endParaRPr lang="zh-CN" altLang="en-US" sz="1350">
              <a:solidFill>
                <a:schemeClr val="tx1"/>
              </a:solidFill>
            </a:endParaRPr>
          </a:p>
        </p:txBody>
      </p:sp>
      <p:sp>
        <p:nvSpPr>
          <p:cNvPr id="6" name="Footer Placeholder 4">
            <a:extLst>
              <a:ext uri="{FF2B5EF4-FFF2-40B4-BE49-F238E27FC236}">
                <a16:creationId xmlns:a16="http://schemas.microsoft.com/office/drawing/2014/main" id="{DA074BC2-01B1-43F2-AAA2-5E400DD23447}"/>
              </a:ext>
            </a:extLst>
          </p:cNvPr>
          <p:cNvSpPr>
            <a:spLocks noGrp="1"/>
          </p:cNvSpPr>
          <p:nvPr>
            <p:ph type="ftr" sz="quarter" idx="11"/>
          </p:nvPr>
        </p:nvSpPr>
        <p:spPr/>
        <p:txBody>
          <a:bodyPr/>
          <a:lstStyle>
            <a:lvl1pPr>
              <a:defRPr/>
            </a:lvl1pPr>
          </a:lstStyle>
          <a:p>
            <a:pPr>
              <a:defRPr/>
            </a:pPr>
            <a:endParaRPr lang="zh-CN" altLang="zh-CN"/>
          </a:p>
        </p:txBody>
      </p:sp>
      <p:sp>
        <p:nvSpPr>
          <p:cNvPr id="7" name="Slide Number Placeholder 5">
            <a:extLst>
              <a:ext uri="{FF2B5EF4-FFF2-40B4-BE49-F238E27FC236}">
                <a16:creationId xmlns:a16="http://schemas.microsoft.com/office/drawing/2014/main" id="{A81C715A-A1F0-4E11-BA5F-4FF8EDCA392F}"/>
              </a:ext>
            </a:extLst>
          </p:cNvPr>
          <p:cNvSpPr>
            <a:spLocks noGrp="1"/>
          </p:cNvSpPr>
          <p:nvPr>
            <p:ph type="sldNum" sz="quarter" idx="12"/>
          </p:nvPr>
        </p:nvSpPr>
        <p:spPr/>
        <p:txBody>
          <a:bodyPr/>
          <a:lstStyle>
            <a:lvl1pPr>
              <a:defRPr/>
            </a:lvl1pPr>
          </a:lstStyle>
          <a:p>
            <a:pPr>
              <a:defRPr/>
            </a:pPr>
            <a:fld id="{84F7CD5E-A4C9-4B2A-A821-77AED53E993E}"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1883691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273845"/>
            <a:ext cx="5915025"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2381" y="1260872"/>
            <a:ext cx="2901255"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472381" y="1878806"/>
            <a:ext cx="2901255"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471863" y="1260872"/>
            <a:ext cx="2915543"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3471863" y="1878806"/>
            <a:ext cx="2915543" cy="276344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3">
            <a:extLst>
              <a:ext uri="{FF2B5EF4-FFF2-40B4-BE49-F238E27FC236}">
                <a16:creationId xmlns:a16="http://schemas.microsoft.com/office/drawing/2014/main" id="{27E7FDC4-A8F4-4153-BEB2-5B76E2A51096}"/>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27E29339-7D1C-4555-A7B1-43928B69FFF2}" type="datetime1">
              <a:rPr lang="zh-CN" altLang="en-US"/>
              <a:pPr>
                <a:defRPr/>
              </a:pPr>
              <a:t>2025/12/14</a:t>
            </a:fld>
            <a:endParaRPr lang="zh-CN" altLang="en-US" sz="1350">
              <a:solidFill>
                <a:schemeClr val="tx1"/>
              </a:solidFill>
            </a:endParaRPr>
          </a:p>
        </p:txBody>
      </p:sp>
      <p:sp>
        <p:nvSpPr>
          <p:cNvPr id="8" name="Footer Placeholder 4">
            <a:extLst>
              <a:ext uri="{FF2B5EF4-FFF2-40B4-BE49-F238E27FC236}">
                <a16:creationId xmlns:a16="http://schemas.microsoft.com/office/drawing/2014/main" id="{C43A68D7-7038-401A-869C-D404EAC48F27}"/>
              </a:ext>
            </a:extLst>
          </p:cNvPr>
          <p:cNvSpPr>
            <a:spLocks noGrp="1"/>
          </p:cNvSpPr>
          <p:nvPr>
            <p:ph type="ftr" sz="quarter" idx="11"/>
          </p:nvPr>
        </p:nvSpPr>
        <p:spPr/>
        <p:txBody>
          <a:bodyPr/>
          <a:lstStyle>
            <a:lvl1pPr>
              <a:defRPr/>
            </a:lvl1pPr>
          </a:lstStyle>
          <a:p>
            <a:pPr>
              <a:defRPr/>
            </a:pPr>
            <a:endParaRPr lang="zh-CN" altLang="zh-CN"/>
          </a:p>
        </p:txBody>
      </p:sp>
      <p:sp>
        <p:nvSpPr>
          <p:cNvPr id="9" name="Slide Number Placeholder 5">
            <a:extLst>
              <a:ext uri="{FF2B5EF4-FFF2-40B4-BE49-F238E27FC236}">
                <a16:creationId xmlns:a16="http://schemas.microsoft.com/office/drawing/2014/main" id="{67F10DFE-6D44-43A4-98E3-8B759AFED9B6}"/>
              </a:ext>
            </a:extLst>
          </p:cNvPr>
          <p:cNvSpPr>
            <a:spLocks noGrp="1"/>
          </p:cNvSpPr>
          <p:nvPr>
            <p:ph type="sldNum" sz="quarter" idx="12"/>
          </p:nvPr>
        </p:nvSpPr>
        <p:spPr/>
        <p:txBody>
          <a:bodyPr/>
          <a:lstStyle>
            <a:lvl1pPr>
              <a:defRPr/>
            </a:lvl1pPr>
          </a:lstStyle>
          <a:p>
            <a:pPr>
              <a:defRPr/>
            </a:pPr>
            <a:fld id="{2B1737C8-DAF2-4BAB-8E29-ADEB79AD29F7}"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2689639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a:extLst>
              <a:ext uri="{FF2B5EF4-FFF2-40B4-BE49-F238E27FC236}">
                <a16:creationId xmlns:a16="http://schemas.microsoft.com/office/drawing/2014/main" id="{76E24E6A-5FE1-42AB-835C-389EB2F4F801}"/>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733D7C5D-592A-4AB6-8FFE-458C14D4A470}" type="datetime1">
              <a:rPr lang="zh-CN" altLang="en-US"/>
              <a:pPr>
                <a:defRPr/>
              </a:pPr>
              <a:t>2025/12/14</a:t>
            </a:fld>
            <a:endParaRPr lang="zh-CN" altLang="en-US" sz="1350">
              <a:solidFill>
                <a:schemeClr val="tx1"/>
              </a:solidFill>
            </a:endParaRPr>
          </a:p>
        </p:txBody>
      </p:sp>
      <p:sp>
        <p:nvSpPr>
          <p:cNvPr id="4" name="Footer Placeholder 4">
            <a:extLst>
              <a:ext uri="{FF2B5EF4-FFF2-40B4-BE49-F238E27FC236}">
                <a16:creationId xmlns:a16="http://schemas.microsoft.com/office/drawing/2014/main" id="{62B61ABA-EFB2-4AE5-BB43-1DE93C7D197F}"/>
              </a:ext>
            </a:extLst>
          </p:cNvPr>
          <p:cNvSpPr>
            <a:spLocks noGrp="1"/>
          </p:cNvSpPr>
          <p:nvPr>
            <p:ph type="ftr" sz="quarter" idx="11"/>
          </p:nvPr>
        </p:nvSpPr>
        <p:spPr/>
        <p:txBody>
          <a:bodyPr/>
          <a:lstStyle>
            <a:lvl1pPr>
              <a:defRPr/>
            </a:lvl1pPr>
          </a:lstStyle>
          <a:p>
            <a:pPr>
              <a:defRPr/>
            </a:pPr>
            <a:endParaRPr lang="zh-CN" altLang="zh-CN"/>
          </a:p>
        </p:txBody>
      </p:sp>
      <p:sp>
        <p:nvSpPr>
          <p:cNvPr id="5" name="Slide Number Placeholder 5">
            <a:extLst>
              <a:ext uri="{FF2B5EF4-FFF2-40B4-BE49-F238E27FC236}">
                <a16:creationId xmlns:a16="http://schemas.microsoft.com/office/drawing/2014/main" id="{5D0528F1-DA10-4553-BE80-D823BF3033DA}"/>
              </a:ext>
            </a:extLst>
          </p:cNvPr>
          <p:cNvSpPr>
            <a:spLocks noGrp="1"/>
          </p:cNvSpPr>
          <p:nvPr>
            <p:ph type="sldNum" sz="quarter" idx="12"/>
          </p:nvPr>
        </p:nvSpPr>
        <p:spPr/>
        <p:txBody>
          <a:bodyPr/>
          <a:lstStyle>
            <a:lvl1pPr>
              <a:defRPr/>
            </a:lvl1pPr>
          </a:lstStyle>
          <a:p>
            <a:pPr>
              <a:defRPr/>
            </a:pPr>
            <a:fld id="{CCF2B4F9-1FFC-48BE-91C9-7C8F3FA6840C}"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4146396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F1191E0-BC65-4E7A-8967-DC0A0FF44920}"/>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0138C5A7-4E53-4FE8-957D-CD07913AF144}" type="datetime1">
              <a:rPr lang="zh-CN" altLang="en-US"/>
              <a:pPr>
                <a:defRPr/>
              </a:pPr>
              <a:t>2025/12/14</a:t>
            </a:fld>
            <a:endParaRPr lang="zh-CN" altLang="en-US" sz="1350">
              <a:solidFill>
                <a:schemeClr val="tx1"/>
              </a:solidFill>
            </a:endParaRPr>
          </a:p>
        </p:txBody>
      </p:sp>
      <p:sp>
        <p:nvSpPr>
          <p:cNvPr id="3" name="Footer Placeholder 4">
            <a:extLst>
              <a:ext uri="{FF2B5EF4-FFF2-40B4-BE49-F238E27FC236}">
                <a16:creationId xmlns:a16="http://schemas.microsoft.com/office/drawing/2014/main" id="{E16F5B6D-55FC-440F-BABC-3B283CCC3981}"/>
              </a:ext>
            </a:extLst>
          </p:cNvPr>
          <p:cNvSpPr>
            <a:spLocks noGrp="1"/>
          </p:cNvSpPr>
          <p:nvPr>
            <p:ph type="ftr" sz="quarter" idx="11"/>
          </p:nvPr>
        </p:nvSpPr>
        <p:spPr/>
        <p:txBody>
          <a:bodyPr/>
          <a:lstStyle>
            <a:lvl1pPr>
              <a:defRPr/>
            </a:lvl1pPr>
          </a:lstStyle>
          <a:p>
            <a:pPr>
              <a:defRPr/>
            </a:pPr>
            <a:endParaRPr lang="zh-CN" altLang="zh-CN"/>
          </a:p>
        </p:txBody>
      </p:sp>
      <p:sp>
        <p:nvSpPr>
          <p:cNvPr id="4" name="Slide Number Placeholder 5">
            <a:extLst>
              <a:ext uri="{FF2B5EF4-FFF2-40B4-BE49-F238E27FC236}">
                <a16:creationId xmlns:a16="http://schemas.microsoft.com/office/drawing/2014/main" id="{85F96CD5-9BA1-47BF-A25A-224AD02C37E6}"/>
              </a:ext>
            </a:extLst>
          </p:cNvPr>
          <p:cNvSpPr>
            <a:spLocks noGrp="1"/>
          </p:cNvSpPr>
          <p:nvPr>
            <p:ph type="sldNum" sz="quarter" idx="12"/>
          </p:nvPr>
        </p:nvSpPr>
        <p:spPr/>
        <p:txBody>
          <a:bodyPr/>
          <a:lstStyle>
            <a:lvl1pPr>
              <a:defRPr/>
            </a:lvl1pPr>
          </a:lstStyle>
          <a:p>
            <a:pPr>
              <a:defRPr/>
            </a:pPr>
            <a:fld id="{8C3500B7-04B8-4D46-9401-C2ACD8AB0DEB}"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17610199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2915543" y="740570"/>
            <a:ext cx="3471863"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3">
            <a:extLst>
              <a:ext uri="{FF2B5EF4-FFF2-40B4-BE49-F238E27FC236}">
                <a16:creationId xmlns:a16="http://schemas.microsoft.com/office/drawing/2014/main" id="{D12E867F-8F42-4211-8881-42FBC6916F5E}"/>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E5C4DD25-F47F-4031-9B4A-E98CEB46651C}" type="datetime1">
              <a:rPr lang="zh-CN" altLang="en-US"/>
              <a:pPr>
                <a:defRPr/>
              </a:pPr>
              <a:t>2025/12/14</a:t>
            </a:fld>
            <a:endParaRPr lang="zh-CN" altLang="en-US" sz="1350">
              <a:solidFill>
                <a:schemeClr val="tx1"/>
              </a:solidFill>
            </a:endParaRPr>
          </a:p>
        </p:txBody>
      </p:sp>
      <p:sp>
        <p:nvSpPr>
          <p:cNvPr id="6" name="Footer Placeholder 4">
            <a:extLst>
              <a:ext uri="{FF2B5EF4-FFF2-40B4-BE49-F238E27FC236}">
                <a16:creationId xmlns:a16="http://schemas.microsoft.com/office/drawing/2014/main" id="{E3839121-75D1-4F08-995F-5C66955A0CF8}"/>
              </a:ext>
            </a:extLst>
          </p:cNvPr>
          <p:cNvSpPr>
            <a:spLocks noGrp="1"/>
          </p:cNvSpPr>
          <p:nvPr>
            <p:ph type="ftr" sz="quarter" idx="11"/>
          </p:nvPr>
        </p:nvSpPr>
        <p:spPr/>
        <p:txBody>
          <a:bodyPr/>
          <a:lstStyle>
            <a:lvl1pPr>
              <a:defRPr/>
            </a:lvl1pPr>
          </a:lstStyle>
          <a:p>
            <a:pPr>
              <a:defRPr/>
            </a:pPr>
            <a:endParaRPr lang="zh-CN" altLang="zh-CN"/>
          </a:p>
        </p:txBody>
      </p:sp>
      <p:sp>
        <p:nvSpPr>
          <p:cNvPr id="7" name="Slide Number Placeholder 5">
            <a:extLst>
              <a:ext uri="{FF2B5EF4-FFF2-40B4-BE49-F238E27FC236}">
                <a16:creationId xmlns:a16="http://schemas.microsoft.com/office/drawing/2014/main" id="{05303208-9ED4-466C-8C6F-A9D5B8134E11}"/>
              </a:ext>
            </a:extLst>
          </p:cNvPr>
          <p:cNvSpPr>
            <a:spLocks noGrp="1"/>
          </p:cNvSpPr>
          <p:nvPr>
            <p:ph type="sldNum" sz="quarter" idx="12"/>
          </p:nvPr>
        </p:nvSpPr>
        <p:spPr/>
        <p:txBody>
          <a:bodyPr/>
          <a:lstStyle>
            <a:lvl1pPr>
              <a:defRPr/>
            </a:lvl1pPr>
          </a:lstStyle>
          <a:p>
            <a:pPr>
              <a:defRPr/>
            </a:pPr>
            <a:fld id="{BED0556A-A47F-495B-A0AC-EE85B0B009D1}"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208308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740570"/>
            <a:ext cx="3471863" cy="3655219"/>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3">
            <a:extLst>
              <a:ext uri="{FF2B5EF4-FFF2-40B4-BE49-F238E27FC236}">
                <a16:creationId xmlns:a16="http://schemas.microsoft.com/office/drawing/2014/main" id="{3D77B4EA-2A11-470C-9E39-86852B03F195}"/>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D983D351-134E-4409-8ADA-B79828894DDA}" type="datetime1">
              <a:rPr lang="zh-CN" altLang="en-US"/>
              <a:pPr>
                <a:defRPr/>
              </a:pPr>
              <a:t>2025/12/14</a:t>
            </a:fld>
            <a:endParaRPr lang="zh-CN" altLang="en-US" sz="1350">
              <a:solidFill>
                <a:schemeClr val="tx1"/>
              </a:solidFill>
            </a:endParaRPr>
          </a:p>
        </p:txBody>
      </p:sp>
      <p:sp>
        <p:nvSpPr>
          <p:cNvPr id="6" name="Footer Placeholder 4">
            <a:extLst>
              <a:ext uri="{FF2B5EF4-FFF2-40B4-BE49-F238E27FC236}">
                <a16:creationId xmlns:a16="http://schemas.microsoft.com/office/drawing/2014/main" id="{F21EF6B7-ECCC-4069-8C5F-6964648F40A4}"/>
              </a:ext>
            </a:extLst>
          </p:cNvPr>
          <p:cNvSpPr>
            <a:spLocks noGrp="1"/>
          </p:cNvSpPr>
          <p:nvPr>
            <p:ph type="ftr" sz="quarter" idx="11"/>
          </p:nvPr>
        </p:nvSpPr>
        <p:spPr/>
        <p:txBody>
          <a:bodyPr/>
          <a:lstStyle>
            <a:lvl1pPr>
              <a:defRPr/>
            </a:lvl1pPr>
          </a:lstStyle>
          <a:p>
            <a:pPr>
              <a:defRPr/>
            </a:pPr>
            <a:endParaRPr lang="zh-CN" altLang="zh-CN"/>
          </a:p>
        </p:txBody>
      </p:sp>
      <p:sp>
        <p:nvSpPr>
          <p:cNvPr id="7" name="Slide Number Placeholder 5">
            <a:extLst>
              <a:ext uri="{FF2B5EF4-FFF2-40B4-BE49-F238E27FC236}">
                <a16:creationId xmlns:a16="http://schemas.microsoft.com/office/drawing/2014/main" id="{E29B3DC3-272E-4A81-83DB-F6526AF72BAD}"/>
              </a:ext>
            </a:extLst>
          </p:cNvPr>
          <p:cNvSpPr>
            <a:spLocks noGrp="1"/>
          </p:cNvSpPr>
          <p:nvPr>
            <p:ph type="sldNum" sz="quarter" idx="12"/>
          </p:nvPr>
        </p:nvSpPr>
        <p:spPr/>
        <p:txBody>
          <a:bodyPr/>
          <a:lstStyle>
            <a:lvl1pPr>
              <a:defRPr/>
            </a:lvl1pPr>
          </a:lstStyle>
          <a:p>
            <a:pPr>
              <a:defRPr/>
            </a:pPr>
            <a:fld id="{6DD9ECC0-6C8A-4720-B29A-C7654DCA8CAA}"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3340451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679BD0F5-9B43-4137-BD3F-DF4ABB327273}"/>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13FA3043-976E-451A-BBBB-525FCB6AF0FE}" type="datetime1">
              <a:rPr lang="zh-CN" altLang="en-US"/>
              <a:pPr>
                <a:defRPr/>
              </a:pPr>
              <a:t>2025/12/14</a:t>
            </a:fld>
            <a:endParaRPr lang="zh-CN" altLang="en-US" sz="1350">
              <a:solidFill>
                <a:schemeClr val="tx1"/>
              </a:solidFill>
            </a:endParaRPr>
          </a:p>
        </p:txBody>
      </p:sp>
      <p:sp>
        <p:nvSpPr>
          <p:cNvPr id="5" name="Footer Placeholder 4">
            <a:extLst>
              <a:ext uri="{FF2B5EF4-FFF2-40B4-BE49-F238E27FC236}">
                <a16:creationId xmlns:a16="http://schemas.microsoft.com/office/drawing/2014/main" id="{EE61655B-E05B-4485-B6C6-848AEE04140C}"/>
              </a:ext>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a:ext uri="{FF2B5EF4-FFF2-40B4-BE49-F238E27FC236}">
                <a16:creationId xmlns:a16="http://schemas.microsoft.com/office/drawing/2014/main" id="{7D1343F4-F928-49DC-914C-BBEC9FA105A0}"/>
              </a:ext>
            </a:extLst>
          </p:cNvPr>
          <p:cNvSpPr>
            <a:spLocks noGrp="1"/>
          </p:cNvSpPr>
          <p:nvPr>
            <p:ph type="sldNum" sz="quarter" idx="12"/>
          </p:nvPr>
        </p:nvSpPr>
        <p:spPr/>
        <p:txBody>
          <a:bodyPr/>
          <a:lstStyle>
            <a:lvl1pPr>
              <a:defRPr/>
            </a:lvl1pPr>
          </a:lstStyle>
          <a:p>
            <a:pPr>
              <a:defRPr/>
            </a:pPr>
            <a:fld id="{CF8F23AB-7186-4DCF-A07A-19A54C71BB59}"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1626045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273844"/>
            <a:ext cx="1478756"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1488" y="273844"/>
            <a:ext cx="4350544" cy="435887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a:extLst>
              <a:ext uri="{FF2B5EF4-FFF2-40B4-BE49-F238E27FC236}">
                <a16:creationId xmlns:a16="http://schemas.microsoft.com/office/drawing/2014/main" id="{C23C7D5F-FA1C-414B-87E3-1912A13E6D19}"/>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14890AF5-F1F9-4895-8B8B-6592874D0C64}" type="datetime1">
              <a:rPr lang="zh-CN" altLang="en-US"/>
              <a:pPr>
                <a:defRPr/>
              </a:pPr>
              <a:t>2025/12/14</a:t>
            </a:fld>
            <a:endParaRPr lang="zh-CN" altLang="en-US" sz="1350">
              <a:solidFill>
                <a:schemeClr val="tx1"/>
              </a:solidFill>
            </a:endParaRPr>
          </a:p>
        </p:txBody>
      </p:sp>
      <p:sp>
        <p:nvSpPr>
          <p:cNvPr id="5" name="Footer Placeholder 4">
            <a:extLst>
              <a:ext uri="{FF2B5EF4-FFF2-40B4-BE49-F238E27FC236}">
                <a16:creationId xmlns:a16="http://schemas.microsoft.com/office/drawing/2014/main" id="{B0A8F83A-6817-4850-9E93-1232475CD308}"/>
              </a:ext>
            </a:extLst>
          </p:cNvPr>
          <p:cNvSpPr>
            <a:spLocks noGrp="1"/>
          </p:cNvSpPr>
          <p:nvPr>
            <p:ph type="ftr" sz="quarter" idx="11"/>
          </p:nvPr>
        </p:nvSpPr>
        <p:spPr/>
        <p:txBody>
          <a:bodyPr/>
          <a:lstStyle>
            <a:lvl1pPr>
              <a:defRPr/>
            </a:lvl1pPr>
          </a:lstStyle>
          <a:p>
            <a:pPr>
              <a:defRPr/>
            </a:pPr>
            <a:endParaRPr lang="zh-CN" altLang="zh-CN"/>
          </a:p>
        </p:txBody>
      </p:sp>
      <p:sp>
        <p:nvSpPr>
          <p:cNvPr id="6" name="Slide Number Placeholder 5">
            <a:extLst>
              <a:ext uri="{FF2B5EF4-FFF2-40B4-BE49-F238E27FC236}">
                <a16:creationId xmlns:a16="http://schemas.microsoft.com/office/drawing/2014/main" id="{07A0F4F6-C1E8-43AD-B1E1-773E0DAE2499}"/>
              </a:ext>
            </a:extLst>
          </p:cNvPr>
          <p:cNvSpPr>
            <a:spLocks noGrp="1"/>
          </p:cNvSpPr>
          <p:nvPr>
            <p:ph type="sldNum" sz="quarter" idx="12"/>
          </p:nvPr>
        </p:nvSpPr>
        <p:spPr/>
        <p:txBody>
          <a:bodyPr/>
          <a:lstStyle>
            <a:lvl1pPr>
              <a:defRPr/>
            </a:lvl1pPr>
          </a:lstStyle>
          <a:p>
            <a:pPr>
              <a:defRPr/>
            </a:pPr>
            <a:fld id="{DE3093FC-8EF0-4B4A-B0B9-63B612CE6FA4}"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4870938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420916" y="206375"/>
            <a:ext cx="4094184" cy="493219"/>
          </a:xfrm>
        </p:spPr>
        <p:txBody>
          <a:bodyPr/>
          <a:lstStyle/>
          <a:p>
            <a:r>
              <a:rPr lang="zh-CN" altLang="en-US"/>
              <a:t>单击此处编辑母版标题样式</a:t>
            </a:r>
          </a:p>
        </p:txBody>
      </p:sp>
      <p:sp>
        <p:nvSpPr>
          <p:cNvPr id="4" name="日期占位符 2">
            <a:extLst>
              <a:ext uri="{FF2B5EF4-FFF2-40B4-BE49-F238E27FC236}">
                <a16:creationId xmlns:a16="http://schemas.microsoft.com/office/drawing/2014/main" id="{92597524-9752-4CFB-8E2F-397E1847CF3B}"/>
              </a:ext>
            </a:extLst>
          </p:cNvPr>
          <p:cNvSpPr>
            <a:spLocks noGrp="1"/>
          </p:cNvSpPr>
          <p:nvPr>
            <p:ph type="dt" sz="half" idx="10"/>
          </p:nvPr>
        </p:nvSpPr>
        <p:spPr>
          <a:xfrm>
            <a:off x="471488" y="4767263"/>
            <a:ext cx="1543050" cy="274637"/>
          </a:xfrm>
          <a:prstGeom prst="rect">
            <a:avLst/>
          </a:prstGeom>
        </p:spPr>
        <p:txBody>
          <a:bodyPr/>
          <a:lstStyle>
            <a:lvl1pPr>
              <a:defRPr/>
            </a:lvl1pPr>
          </a:lstStyle>
          <a:p>
            <a:pPr>
              <a:defRPr/>
            </a:pPr>
            <a:fld id="{68F7B113-21FD-4B5C-BF7A-202C76C3BE0C}" type="datetime1">
              <a:rPr lang="zh-CN" altLang="en-US"/>
              <a:pPr>
                <a:defRPr/>
              </a:pPr>
              <a:t>2025/12/14</a:t>
            </a:fld>
            <a:endParaRPr lang="zh-CN" altLang="en-US" sz="1350">
              <a:solidFill>
                <a:schemeClr val="tx1"/>
              </a:solidFill>
            </a:endParaRPr>
          </a:p>
        </p:txBody>
      </p:sp>
      <p:sp>
        <p:nvSpPr>
          <p:cNvPr id="5" name="页脚占位符 3">
            <a:extLst>
              <a:ext uri="{FF2B5EF4-FFF2-40B4-BE49-F238E27FC236}">
                <a16:creationId xmlns:a16="http://schemas.microsoft.com/office/drawing/2014/main" id="{12EAE7D4-3CEF-4C37-B156-164C4431D4EB}"/>
              </a:ext>
            </a:extLst>
          </p:cNvPr>
          <p:cNvSpPr>
            <a:spLocks noGrp="1"/>
          </p:cNvSpPr>
          <p:nvPr>
            <p:ph type="ftr" sz="quarter" idx="11"/>
          </p:nvPr>
        </p:nvSpPr>
        <p:spPr/>
        <p:txBody>
          <a:bodyPr/>
          <a:lstStyle>
            <a:lvl1pPr>
              <a:defRPr/>
            </a:lvl1pPr>
          </a:lstStyle>
          <a:p>
            <a:pPr>
              <a:defRPr/>
            </a:pPr>
            <a:endParaRPr lang="zh-CN" altLang="zh-CN"/>
          </a:p>
        </p:txBody>
      </p:sp>
      <p:sp>
        <p:nvSpPr>
          <p:cNvPr id="6" name="灯片编号占位符 4">
            <a:extLst>
              <a:ext uri="{FF2B5EF4-FFF2-40B4-BE49-F238E27FC236}">
                <a16:creationId xmlns:a16="http://schemas.microsoft.com/office/drawing/2014/main" id="{0A6FA9F3-BB6B-48C0-902A-F5293CE7DF91}"/>
              </a:ext>
            </a:extLst>
          </p:cNvPr>
          <p:cNvSpPr>
            <a:spLocks noGrp="1"/>
          </p:cNvSpPr>
          <p:nvPr>
            <p:ph type="sldNum" sz="quarter" idx="12"/>
          </p:nvPr>
        </p:nvSpPr>
        <p:spPr/>
        <p:txBody>
          <a:bodyPr/>
          <a:lstStyle>
            <a:lvl1pPr>
              <a:defRPr/>
            </a:lvl1pPr>
          </a:lstStyle>
          <a:p>
            <a:pPr>
              <a:defRPr/>
            </a:pPr>
            <a:fld id="{B7957E12-7321-441A-A7A1-9BDF32EF08BA}" type="slidenum">
              <a:rPr lang="zh-CN" altLang="en-US"/>
              <a:pPr>
                <a:defRPr/>
              </a:pPr>
              <a:t>‹#›</a:t>
            </a:fld>
            <a:endParaRPr lang="zh-CN" altLang="en-US" sz="1350">
              <a:solidFill>
                <a:schemeClr val="tx1"/>
              </a:solidFill>
            </a:endParaRPr>
          </a:p>
        </p:txBody>
      </p:sp>
    </p:spTree>
    <p:extLst>
      <p:ext uri="{BB962C8B-B14F-4D97-AF65-F5344CB8AC3E}">
        <p14:creationId xmlns:p14="http://schemas.microsoft.com/office/powerpoint/2010/main" val="3465479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0FC43C6-9941-4A34-8BAC-2373042A7EC2}"/>
              </a:ext>
            </a:extLst>
          </p:cNvPr>
          <p:cNvSpPr>
            <a:spLocks noGrp="1" noChangeArrowheads="1"/>
          </p:cNvSpPr>
          <p:nvPr>
            <p:ph type="title"/>
          </p:nvPr>
        </p:nvSpPr>
        <p:spPr bwMode="auto">
          <a:xfrm>
            <a:off x="2465387" y="195552"/>
            <a:ext cx="4392613" cy="42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Text Placeholder 2">
            <a:extLst>
              <a:ext uri="{FF2B5EF4-FFF2-40B4-BE49-F238E27FC236}">
                <a16:creationId xmlns:a16="http://schemas.microsoft.com/office/drawing/2014/main" id="{4D9BDFC9-AED0-46C1-BC6C-119CABEC87CB}"/>
              </a:ext>
            </a:extLst>
          </p:cNvPr>
          <p:cNvSpPr>
            <a:spLocks noGrp="1" noChangeArrowheads="1"/>
          </p:cNvSpPr>
          <p:nvPr>
            <p:ph type="body" idx="1"/>
          </p:nvPr>
        </p:nvSpPr>
        <p:spPr bwMode="auto">
          <a:xfrm>
            <a:off x="471488" y="843606"/>
            <a:ext cx="5915025" cy="378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Footer Placeholder 4">
            <a:extLst>
              <a:ext uri="{FF2B5EF4-FFF2-40B4-BE49-F238E27FC236}">
                <a16:creationId xmlns:a16="http://schemas.microsoft.com/office/drawing/2014/main" id="{1708BFAE-C555-4C03-A667-50E38625A11F}"/>
              </a:ext>
            </a:extLst>
          </p:cNvPr>
          <p:cNvSpPr>
            <a:spLocks noGrp="1"/>
          </p:cNvSpPr>
          <p:nvPr>
            <p:ph type="ftr" sz="quarter" idx="3"/>
          </p:nvPr>
        </p:nvSpPr>
        <p:spPr>
          <a:xfrm>
            <a:off x="2271713" y="4767263"/>
            <a:ext cx="2314575" cy="274637"/>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defRPr>
            </a:lvl1pPr>
          </a:lstStyle>
          <a:p>
            <a:pPr>
              <a:defRPr/>
            </a:pPr>
            <a:endParaRPr lang="zh-CN" altLang="zh-CN"/>
          </a:p>
        </p:txBody>
      </p:sp>
      <p:sp>
        <p:nvSpPr>
          <p:cNvPr id="6" name="Slide Number Placeholder 5">
            <a:extLst>
              <a:ext uri="{FF2B5EF4-FFF2-40B4-BE49-F238E27FC236}">
                <a16:creationId xmlns:a16="http://schemas.microsoft.com/office/drawing/2014/main" id="{85C98C9A-E0C5-41E8-B00E-2D9BEF35E4D7}"/>
              </a:ext>
            </a:extLst>
          </p:cNvPr>
          <p:cNvSpPr>
            <a:spLocks noGrp="1"/>
          </p:cNvSpPr>
          <p:nvPr>
            <p:ph type="sldNum" sz="quarter" idx="4"/>
          </p:nvPr>
        </p:nvSpPr>
        <p:spPr>
          <a:xfrm>
            <a:off x="4843463" y="4767263"/>
            <a:ext cx="1543050" cy="274637"/>
          </a:xfrm>
          <a:prstGeom prst="rect">
            <a:avLst/>
          </a:prstGeom>
        </p:spPr>
        <p:txBody>
          <a:bodyPr vert="horz" lIns="91440" tIns="45720" rIns="91440" bIns="45720" rtlCol="0" anchor="ctr"/>
          <a:lstStyle>
            <a:lvl1pPr algn="r" eaLnBrk="1" fontAlgn="auto" hangingPunct="1">
              <a:spcBef>
                <a:spcPts val="0"/>
              </a:spcBef>
              <a:spcAft>
                <a:spcPts val="0"/>
              </a:spcAft>
              <a:defRPr sz="900">
                <a:solidFill>
                  <a:schemeClr val="tx1">
                    <a:tint val="75000"/>
                  </a:schemeClr>
                </a:solidFill>
                <a:latin typeface="+mn-lt"/>
              </a:defRPr>
            </a:lvl1pPr>
          </a:lstStyle>
          <a:p>
            <a:pPr>
              <a:defRPr/>
            </a:pPr>
            <a:fld id="{87682731-4F72-4EB2-B6BC-03D1BD0990F2}" type="slidenum">
              <a:rPr lang="zh-CN" altLang="en-US"/>
              <a:pPr>
                <a:defRPr/>
              </a:pPr>
              <a:t>‹#›</a:t>
            </a:fld>
            <a:endParaRPr lang="zh-CN" altLang="en-US" sz="1350">
              <a:solidFill>
                <a:schemeClr val="tx1"/>
              </a:solidFill>
            </a:endParaRPr>
          </a:p>
        </p:txBody>
      </p:sp>
      <p:pic>
        <p:nvPicPr>
          <p:cNvPr id="8" name="图片 3">
            <a:extLst>
              <a:ext uri="{FF2B5EF4-FFF2-40B4-BE49-F238E27FC236}">
                <a16:creationId xmlns:a16="http://schemas.microsoft.com/office/drawing/2014/main" id="{39036472-971A-4A33-AFAB-EA282F792C94}"/>
              </a:ext>
            </a:extLst>
          </p:cNvPr>
          <p:cNvPicPr>
            <a:picLocks noChangeAspect="1"/>
          </p:cNvPicPr>
          <p:nvPr userDrawn="1"/>
        </p:nvPicPr>
        <p:blipFill>
          <a:blip r:embed="rId14">
            <a:extLst>
              <a:ext uri="{96DAC541-7B7A-43D3-8B79-37D633B846F1}">
                <asvg:svgBlip xmlns:asvg="http://schemas.microsoft.com/office/drawing/2016/SVG/main" r:embed="rId15"/>
              </a:ext>
            </a:extLst>
          </a:blip>
          <a:srcRect/>
          <a:stretch/>
        </p:blipFill>
        <p:spPr>
          <a:xfrm>
            <a:off x="193674" y="157593"/>
            <a:ext cx="2271713" cy="462915"/>
          </a:xfrm>
          <a:prstGeom prst="rect">
            <a:avLst/>
          </a:prstGeom>
        </p:spPr>
      </p:pic>
    </p:spTree>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 id="2147484045" r:id="rId12"/>
  </p:sldLayoutIdLst>
  <p:hf sldNum="0" hdr="0" ftr="0"/>
  <p:txStyles>
    <p:titleStyle>
      <a:lvl1pPr algn="l" defTabSz="685800" rtl="0" eaLnBrk="0" fontAlgn="base" hangingPunct="0">
        <a:lnSpc>
          <a:spcPct val="90000"/>
        </a:lnSpc>
        <a:spcBef>
          <a:spcPct val="0"/>
        </a:spcBef>
        <a:spcAft>
          <a:spcPct val="0"/>
        </a:spcAft>
        <a:defRPr sz="2400" b="1" kern="1200">
          <a:solidFill>
            <a:schemeClr val="tx1"/>
          </a:solidFill>
          <a:effectLst>
            <a:outerShdw blurRad="38100" dist="38100" dir="2700000" algn="tl">
              <a:srgbClr val="000000">
                <a:alpha val="43137"/>
              </a:srgbClr>
            </a:outerShdw>
          </a:effectLst>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0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矩形 4">
            <a:extLst>
              <a:ext uri="{FF2B5EF4-FFF2-40B4-BE49-F238E27FC236}">
                <a16:creationId xmlns:a16="http://schemas.microsoft.com/office/drawing/2014/main" id="{B367EA4D-ABD7-43BB-B16C-F12F97A08ED8}"/>
              </a:ext>
            </a:extLst>
          </p:cNvPr>
          <p:cNvSpPr>
            <a:spLocks noChangeArrowheads="1"/>
          </p:cNvSpPr>
          <p:nvPr/>
        </p:nvSpPr>
        <p:spPr bwMode="auto">
          <a:xfrm>
            <a:off x="3659188" y="2468563"/>
            <a:ext cx="185737" cy="300037"/>
          </a:xfrm>
          <a:prstGeom prst="rect">
            <a:avLst/>
          </a:prstGeom>
          <a:noFill/>
          <a:ln>
            <a:noFill/>
          </a:ln>
        </p:spPr>
        <p:txBody>
          <a:bodyPr wrap="none">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fontAlgn="auto" hangingPunct="1">
              <a:spcBef>
                <a:spcPts val="0"/>
              </a:spcBef>
              <a:spcAft>
                <a:spcPts val="0"/>
              </a:spcAft>
              <a:defRPr/>
            </a:pPr>
            <a:endParaRPr lang="zh-CN" altLang="zh-CN" sz="1350">
              <a:solidFill>
                <a:srgbClr val="595959"/>
              </a:solidFill>
              <a:latin typeface="时尚中黑简体" pitchFamily="2" charset="-122"/>
              <a:ea typeface="时尚中黑简体" pitchFamily="2" charset="-122"/>
              <a:sym typeface="时尚中黑简体" pitchFamily="2" charset="-122"/>
            </a:endParaRPr>
          </a:p>
        </p:txBody>
      </p:sp>
      <p:sp>
        <p:nvSpPr>
          <p:cNvPr id="5" name="文本框 4">
            <a:extLst>
              <a:ext uri="{FF2B5EF4-FFF2-40B4-BE49-F238E27FC236}">
                <a16:creationId xmlns:a16="http://schemas.microsoft.com/office/drawing/2014/main" id="{C724BC9C-A781-4376-9D87-F19C2A566F95}"/>
              </a:ext>
            </a:extLst>
          </p:cNvPr>
          <p:cNvSpPr txBox="1"/>
          <p:nvPr/>
        </p:nvSpPr>
        <p:spPr>
          <a:xfrm>
            <a:off x="512757" y="1059624"/>
            <a:ext cx="5832486" cy="461665"/>
          </a:xfrm>
          <a:prstGeom prst="rect">
            <a:avLst/>
          </a:prstGeom>
          <a:noFill/>
        </p:spPr>
        <p:txBody>
          <a:bodyPr wrap="square">
            <a:spAutoFit/>
          </a:bodyPr>
          <a:lstStyle/>
          <a:p>
            <a:pPr algn="ct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物流系统设计与分析</a:t>
            </a:r>
            <a:r>
              <a:rPr lang="en-US" altLang="zh-CN" sz="2400" b="1" dirty="0">
                <a:solidFill>
                  <a:srgbClr val="C00000"/>
                </a:solidFill>
                <a:latin typeface="微软雅黑" panose="020B0503020204020204" pitchFamily="34" charset="-122"/>
                <a:ea typeface="微软雅黑" panose="020B0503020204020204" pitchFamily="34" charset="-122"/>
              </a:rPr>
              <a:t>》</a:t>
            </a:r>
            <a:r>
              <a:rPr lang="zh-CN" altLang="en-US" sz="2400" b="1" dirty="0">
                <a:solidFill>
                  <a:srgbClr val="C00000"/>
                </a:solidFill>
                <a:latin typeface="微软雅黑" panose="020B0503020204020204" pitchFamily="34" charset="-122"/>
                <a:ea typeface="微软雅黑" panose="020B0503020204020204" pitchFamily="34" charset="-122"/>
              </a:rPr>
              <a:t>大作业要求</a:t>
            </a:r>
          </a:p>
        </p:txBody>
      </p:sp>
      <p:grpSp>
        <p:nvGrpSpPr>
          <p:cNvPr id="6" name="Group 3">
            <a:extLst>
              <a:ext uri="{FF2B5EF4-FFF2-40B4-BE49-F238E27FC236}">
                <a16:creationId xmlns:a16="http://schemas.microsoft.com/office/drawing/2014/main" id="{D175A5DF-DA9E-43BE-9318-FAEF41BD0CC1}"/>
              </a:ext>
            </a:extLst>
          </p:cNvPr>
          <p:cNvGrpSpPr/>
          <p:nvPr/>
        </p:nvGrpSpPr>
        <p:grpSpPr>
          <a:xfrm>
            <a:off x="0" y="1779408"/>
            <a:ext cx="6858000" cy="1800425"/>
            <a:chOff x="816" y="2304"/>
            <a:chExt cx="1440" cy="448"/>
          </a:xfrm>
        </p:grpSpPr>
        <p:sp>
          <p:nvSpPr>
            <p:cNvPr id="7" name="Freeform 4">
              <a:extLst>
                <a:ext uri="{FF2B5EF4-FFF2-40B4-BE49-F238E27FC236}">
                  <a16:creationId xmlns:a16="http://schemas.microsoft.com/office/drawing/2014/main" id="{2855289D-6F34-4771-823C-409765C48F17}"/>
                </a:ext>
              </a:extLst>
            </p:cNvPr>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8" name="Rectangle 5">
              <a:extLst>
                <a:ext uri="{FF2B5EF4-FFF2-40B4-BE49-F238E27FC236}">
                  <a16:creationId xmlns:a16="http://schemas.microsoft.com/office/drawing/2014/main" id="{33BA7837-A87B-4DFA-9BC5-AA3CC94A1A31}"/>
                </a:ext>
              </a:extLst>
            </p:cNvPr>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ctr" eaLnBrk="1" fontAlgn="auto" hangingPunct="1">
                <a:lnSpc>
                  <a:spcPct val="120000"/>
                </a:lnSpc>
                <a:spcBef>
                  <a:spcPts val="0"/>
                </a:spcBef>
                <a:spcAft>
                  <a:spcPts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Akzidenz-Grotesk BQ Condensed" pitchFamily="2" charset="0"/>
                </a:rPr>
                <a:t>继峰头枕厂新厂区规划</a:t>
              </a:r>
              <a:endParaRPr lang="en-US" altLang="zh-CN"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Akzidenz-Grotesk BQ Condensed" pitchFamily="2" charset="0"/>
              </a:endParaRPr>
            </a:p>
            <a:p>
              <a:pPr algn="ctr" eaLnBrk="1" fontAlgn="auto" hangingPunct="1">
                <a:lnSpc>
                  <a:spcPct val="120000"/>
                </a:lnSpc>
                <a:spcBef>
                  <a:spcPts val="0"/>
                </a:spcBef>
                <a:spcAft>
                  <a:spcPts val="0"/>
                </a:spcAft>
                <a:defRPr/>
              </a:pPr>
              <a:r>
                <a:rPr lang="zh-CN" altLang="en-US" sz="3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Akzidenz-Grotesk BQ Condensed" pitchFamily="2" charset="0"/>
                </a:rPr>
                <a:t>设计方案</a:t>
              </a:r>
            </a:p>
          </p:txBody>
        </p:sp>
      </p:grpSp>
      <p:sp>
        <p:nvSpPr>
          <p:cNvPr id="9" name="Rectangle 5">
            <a:extLst>
              <a:ext uri="{FF2B5EF4-FFF2-40B4-BE49-F238E27FC236}">
                <a16:creationId xmlns:a16="http://schemas.microsoft.com/office/drawing/2014/main" id="{7BD83E1F-B7E5-4A06-AFA7-45DB42D7A31D}"/>
              </a:ext>
            </a:extLst>
          </p:cNvPr>
          <p:cNvSpPr>
            <a:spLocks noChangeArrowheads="1"/>
          </p:cNvSpPr>
          <p:nvPr/>
        </p:nvSpPr>
        <p:spPr bwMode="auto">
          <a:xfrm>
            <a:off x="1412832" y="3758878"/>
            <a:ext cx="4032336" cy="973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ts val="0"/>
              </a:spcBef>
              <a:spcAft>
                <a:spcPts val="1800"/>
              </a:spcAft>
              <a:buFontTx/>
              <a:buNone/>
            </a:pPr>
            <a:endParaRPr lang="en-US" altLang="zh-CN" sz="2400" dirty="0">
              <a:latin typeface="微软雅黑" panose="020B0503020204020204" pitchFamily="34" charset="-122"/>
              <a:ea typeface="微软雅黑" panose="020B0503020204020204" pitchFamily="34" charset="-122"/>
            </a:endParaRPr>
          </a:p>
          <a:p>
            <a:pPr algn="ctr" eaLnBrk="1" hangingPunct="1">
              <a:spcBef>
                <a:spcPts val="0"/>
              </a:spcBef>
              <a:spcAft>
                <a:spcPts val="0"/>
              </a:spcAft>
              <a:buFontTx/>
              <a:buNone/>
            </a:pPr>
            <a:r>
              <a:rPr lang="en-US" altLang="zh-CN" sz="2000" dirty="0">
                <a:latin typeface="微软雅黑" panose="020B0503020204020204" pitchFamily="34" charset="-122"/>
                <a:ea typeface="微软雅黑" panose="020B0503020204020204" pitchFamily="34" charset="-122"/>
              </a:rPr>
              <a:t>2025</a:t>
            </a:r>
            <a:r>
              <a:rPr lang="zh-CN" altLang="en-US" sz="2000" dirty="0">
                <a:latin typeface="微软雅黑" panose="020B0503020204020204" pitchFamily="34" charset="-122"/>
                <a:ea typeface="微软雅黑" panose="020B0503020204020204" pitchFamily="34" charset="-122"/>
              </a:rPr>
              <a:t>年</a:t>
            </a:r>
            <a:r>
              <a:rPr lang="en-US" altLang="zh-CN" sz="2000" dirty="0">
                <a:latin typeface="微软雅黑" panose="020B0503020204020204" pitchFamily="34" charset="-122"/>
                <a:ea typeface="微软雅黑" panose="020B0503020204020204" pitchFamily="34" charset="-122"/>
              </a:rPr>
              <a:t>12</a:t>
            </a:r>
            <a:r>
              <a:rPr lang="zh-CN" altLang="en-US" sz="2000" dirty="0">
                <a:latin typeface="微软雅黑" panose="020B0503020204020204" pitchFamily="34" charset="-122"/>
                <a:ea typeface="微软雅黑" panose="020B0503020204020204" pitchFamily="34" charset="-122"/>
              </a:rPr>
              <a:t>月</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13092568-1BBA-43A5-9425-C8FD1E9E5AB5}"/>
              </a:ext>
            </a:extLst>
          </p:cNvPr>
          <p:cNvGrpSpPr/>
          <p:nvPr/>
        </p:nvGrpSpPr>
        <p:grpSpPr>
          <a:xfrm>
            <a:off x="567594" y="1426875"/>
            <a:ext cx="1638870" cy="1517341"/>
            <a:chOff x="2339752" y="1849364"/>
            <a:chExt cx="1672956" cy="2208766"/>
          </a:xfrm>
        </p:grpSpPr>
        <p:grpSp>
          <p:nvGrpSpPr>
            <p:cNvPr id="23" name="组合 22">
              <a:extLst>
                <a:ext uri="{FF2B5EF4-FFF2-40B4-BE49-F238E27FC236}">
                  <a16:creationId xmlns:a16="http://schemas.microsoft.com/office/drawing/2014/main" id="{39AD6267-02DE-42A3-B00D-0B8E7F860DD5}"/>
                </a:ext>
              </a:extLst>
            </p:cNvPr>
            <p:cNvGrpSpPr/>
            <p:nvPr/>
          </p:nvGrpSpPr>
          <p:grpSpPr>
            <a:xfrm>
              <a:off x="2339752" y="1849364"/>
              <a:ext cx="1672956" cy="2208766"/>
              <a:chOff x="4757046" y="2132856"/>
              <a:chExt cx="2340902" cy="3005860"/>
            </a:xfrm>
          </p:grpSpPr>
          <p:pic>
            <p:nvPicPr>
              <p:cNvPr id="25" name="图片 24" descr="1.jpg">
                <a:extLst>
                  <a:ext uri="{FF2B5EF4-FFF2-40B4-BE49-F238E27FC236}">
                    <a16:creationId xmlns:a16="http://schemas.microsoft.com/office/drawing/2014/main" id="{5FF87B78-39A6-4252-8C04-1E373B35D9B6}"/>
                  </a:ext>
                </a:extLst>
              </p:cNvPr>
              <p:cNvPicPr>
                <a:picLocks noChangeAspect="1"/>
              </p:cNvPicPr>
              <p:nvPr/>
            </p:nvPicPr>
            <p:blipFill>
              <a:blip r:embed="rId2" cstate="email">
                <a:clrChange>
                  <a:clrFrom>
                    <a:srgbClr val="FEFEFE"/>
                  </a:clrFrom>
                  <a:clrTo>
                    <a:srgbClr val="FEFEFE">
                      <a:alpha val="0"/>
                    </a:srgbClr>
                  </a:clrTo>
                </a:clrChange>
              </a:blip>
              <a:stretch>
                <a:fillRect/>
              </a:stretch>
            </p:blipFill>
            <p:spPr>
              <a:xfrm rot="379797">
                <a:off x="4757046" y="2301602"/>
                <a:ext cx="2340902" cy="2837114"/>
              </a:xfrm>
              <a:prstGeom prst="rect">
                <a:avLst/>
              </a:prstGeom>
            </p:spPr>
          </p:pic>
          <p:cxnSp>
            <p:nvCxnSpPr>
              <p:cNvPr id="26" name="直接箭头连接符 25">
                <a:extLst>
                  <a:ext uri="{FF2B5EF4-FFF2-40B4-BE49-F238E27FC236}">
                    <a16:creationId xmlns:a16="http://schemas.microsoft.com/office/drawing/2014/main" id="{60F92BF4-2711-4227-922C-99C8F8E2990D}"/>
                  </a:ext>
                </a:extLst>
              </p:cNvPr>
              <p:cNvCxnSpPr/>
              <p:nvPr/>
            </p:nvCxnSpPr>
            <p:spPr>
              <a:xfrm>
                <a:off x="5148064" y="2132856"/>
                <a:ext cx="1321868" cy="0"/>
              </a:xfrm>
              <a:prstGeom prst="straightConnector1">
                <a:avLst/>
              </a:prstGeom>
              <a:ln w="38100">
                <a:solidFill>
                  <a:schemeClr val="accent2">
                    <a:lumMod val="75000"/>
                  </a:schemeClr>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grpSp>
        <p:cxnSp>
          <p:nvCxnSpPr>
            <p:cNvPr id="24" name="直接箭头连接符 23">
              <a:extLst>
                <a:ext uri="{FF2B5EF4-FFF2-40B4-BE49-F238E27FC236}">
                  <a16:creationId xmlns:a16="http://schemas.microsoft.com/office/drawing/2014/main" id="{DCAFB344-4A10-4883-942A-EA68616075CD}"/>
                </a:ext>
              </a:extLst>
            </p:cNvPr>
            <p:cNvCxnSpPr/>
            <p:nvPr/>
          </p:nvCxnSpPr>
          <p:spPr>
            <a:xfrm rot="16200000">
              <a:off x="3534909" y="2737899"/>
              <a:ext cx="778036" cy="0"/>
            </a:xfrm>
            <a:prstGeom prst="straightConnector1">
              <a:avLst/>
            </a:prstGeom>
            <a:ln w="38100">
              <a:solidFill>
                <a:schemeClr val="accent6">
                  <a:lumMod val="75000"/>
                </a:schemeClr>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grpSp>
      <p:grpSp>
        <p:nvGrpSpPr>
          <p:cNvPr id="6" name="组合 5">
            <a:extLst>
              <a:ext uri="{FF2B5EF4-FFF2-40B4-BE49-F238E27FC236}">
                <a16:creationId xmlns:a16="http://schemas.microsoft.com/office/drawing/2014/main" id="{BC2291E0-35CF-4AE4-8884-30824B105827}"/>
              </a:ext>
            </a:extLst>
          </p:cNvPr>
          <p:cNvGrpSpPr/>
          <p:nvPr/>
        </p:nvGrpSpPr>
        <p:grpSpPr>
          <a:xfrm>
            <a:off x="4654979" y="1300289"/>
            <a:ext cx="1354011" cy="1729907"/>
            <a:chOff x="7082869" y="2029490"/>
            <a:chExt cx="1233545" cy="1788894"/>
          </a:xfrm>
        </p:grpSpPr>
        <p:grpSp>
          <p:nvGrpSpPr>
            <p:cNvPr id="16" name="组合 15">
              <a:extLst>
                <a:ext uri="{FF2B5EF4-FFF2-40B4-BE49-F238E27FC236}">
                  <a16:creationId xmlns:a16="http://schemas.microsoft.com/office/drawing/2014/main" id="{4849C4BD-E04A-42A7-9FFB-6ACF24EA3BC7}"/>
                </a:ext>
              </a:extLst>
            </p:cNvPr>
            <p:cNvGrpSpPr/>
            <p:nvPr/>
          </p:nvGrpSpPr>
          <p:grpSpPr>
            <a:xfrm>
              <a:off x="7150907" y="2029490"/>
              <a:ext cx="1165507" cy="1788894"/>
              <a:chOff x="7161575" y="1844824"/>
              <a:chExt cx="1370865" cy="2129992"/>
            </a:xfrm>
          </p:grpSpPr>
          <p:grpSp>
            <p:nvGrpSpPr>
              <p:cNvPr id="18" name="组合 17">
                <a:extLst>
                  <a:ext uri="{FF2B5EF4-FFF2-40B4-BE49-F238E27FC236}">
                    <a16:creationId xmlns:a16="http://schemas.microsoft.com/office/drawing/2014/main" id="{037649F8-1937-47E3-840E-CD23C922DD28}"/>
                  </a:ext>
                </a:extLst>
              </p:cNvPr>
              <p:cNvGrpSpPr/>
              <p:nvPr/>
            </p:nvGrpSpPr>
            <p:grpSpPr>
              <a:xfrm>
                <a:off x="7161575" y="1844824"/>
                <a:ext cx="1226849" cy="2129992"/>
                <a:chOff x="7161575" y="1916832"/>
                <a:chExt cx="1226849" cy="2129992"/>
              </a:xfrm>
            </p:grpSpPr>
            <p:pic>
              <p:nvPicPr>
                <p:cNvPr id="21" name="图片 20">
                  <a:extLst>
                    <a:ext uri="{FF2B5EF4-FFF2-40B4-BE49-F238E27FC236}">
                      <a16:creationId xmlns:a16="http://schemas.microsoft.com/office/drawing/2014/main" id="{BD562419-4CBD-4F2B-8D40-A70945AC54D2}"/>
                    </a:ext>
                  </a:extLst>
                </p:cNvPr>
                <p:cNvPicPr>
                  <a:picLocks noChangeAspect="1"/>
                </p:cNvPicPr>
                <p:nvPr/>
              </p:nvPicPr>
              <p:blipFill>
                <a:blip r:embed="rId3">
                  <a:clrChange>
                    <a:clrFrom>
                      <a:srgbClr val="333366"/>
                    </a:clrFrom>
                    <a:clrTo>
                      <a:srgbClr val="333366">
                        <a:alpha val="0"/>
                      </a:srgbClr>
                    </a:clrTo>
                  </a:clrChange>
                </a:blip>
                <a:stretch>
                  <a:fillRect/>
                </a:stretch>
              </p:blipFill>
              <p:spPr>
                <a:xfrm>
                  <a:off x="7161575" y="1916832"/>
                  <a:ext cx="1226849" cy="2129992"/>
                </a:xfrm>
                <a:prstGeom prst="rect">
                  <a:avLst/>
                </a:prstGeom>
              </p:spPr>
            </p:pic>
            <p:sp>
              <p:nvSpPr>
                <p:cNvPr id="22" name="右弧形箭头 20">
                  <a:extLst>
                    <a:ext uri="{FF2B5EF4-FFF2-40B4-BE49-F238E27FC236}">
                      <a16:creationId xmlns:a16="http://schemas.microsoft.com/office/drawing/2014/main" id="{DA67C6A6-F288-43E7-B22F-89D3215ACCA0}"/>
                    </a:ext>
                  </a:extLst>
                </p:cNvPr>
                <p:cNvSpPr/>
                <p:nvPr/>
              </p:nvSpPr>
              <p:spPr>
                <a:xfrm rot="4200000">
                  <a:off x="7486485" y="2961191"/>
                  <a:ext cx="216024" cy="374154"/>
                </a:xfrm>
                <a:prstGeom prst="curvedLef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013">
                    <a:solidFill>
                      <a:schemeClr val="tx1"/>
                    </a:solidFill>
                    <a:ea typeface="华文楷体" panose="02010600040101010101" pitchFamily="2" charset="-122"/>
                  </a:endParaRPr>
                </a:p>
              </p:txBody>
            </p:sp>
          </p:grpSp>
          <p:cxnSp>
            <p:nvCxnSpPr>
              <p:cNvPr id="19" name="直接箭头连接符 18">
                <a:extLst>
                  <a:ext uri="{FF2B5EF4-FFF2-40B4-BE49-F238E27FC236}">
                    <a16:creationId xmlns:a16="http://schemas.microsoft.com/office/drawing/2014/main" id="{6071CDF8-5C88-463A-89FC-CDFD3222B2EA}"/>
                  </a:ext>
                </a:extLst>
              </p:cNvPr>
              <p:cNvCxnSpPr/>
              <p:nvPr/>
            </p:nvCxnSpPr>
            <p:spPr>
              <a:xfrm rot="16200000">
                <a:off x="8143422" y="2737899"/>
                <a:ext cx="778036" cy="0"/>
              </a:xfrm>
              <a:prstGeom prst="straightConnector1">
                <a:avLst/>
              </a:prstGeom>
              <a:ln w="38100">
                <a:solidFill>
                  <a:schemeClr val="accent6">
                    <a:lumMod val="75000"/>
                  </a:schemeClr>
                </a:solidFill>
                <a:prstDash val="sysDash"/>
                <a:headEnd type="arrow"/>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175F36F3-C1ED-4ACD-97AA-534D4A3F0A86}"/>
                  </a:ext>
                </a:extLst>
              </p:cNvPr>
              <p:cNvCxnSpPr/>
              <p:nvPr/>
            </p:nvCxnSpPr>
            <p:spPr>
              <a:xfrm>
                <a:off x="7299718" y="1844824"/>
                <a:ext cx="944690" cy="0"/>
              </a:xfrm>
              <a:prstGeom prst="straightConnector1">
                <a:avLst/>
              </a:prstGeom>
              <a:ln w="38100">
                <a:solidFill>
                  <a:schemeClr val="accent2">
                    <a:lumMod val="75000"/>
                  </a:schemeClr>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grpSp>
        <p:sp>
          <p:nvSpPr>
            <p:cNvPr id="17" name="弧形 16">
              <a:extLst>
                <a:ext uri="{FF2B5EF4-FFF2-40B4-BE49-F238E27FC236}">
                  <a16:creationId xmlns:a16="http://schemas.microsoft.com/office/drawing/2014/main" id="{E36B3DE8-E358-4FEE-B17B-47DA5164D321}"/>
                </a:ext>
              </a:extLst>
            </p:cNvPr>
            <p:cNvSpPr/>
            <p:nvPr/>
          </p:nvSpPr>
          <p:spPr>
            <a:xfrm rot="12845457">
              <a:off x="7082869" y="2046939"/>
              <a:ext cx="1158255" cy="1349291"/>
            </a:xfrm>
            <a:prstGeom prst="arc">
              <a:avLst/>
            </a:prstGeom>
            <a:ln w="38100">
              <a:solidFill>
                <a:srgbClr val="002060"/>
              </a:solidFill>
              <a:prstDash val="sysDot"/>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lang="zh-CN" altLang="en-US" sz="1013">
                <a:ea typeface="华文楷体" panose="02010600040101010101" pitchFamily="2" charset="-122"/>
              </a:endParaRPr>
            </a:p>
          </p:txBody>
        </p:sp>
      </p:grpSp>
      <p:grpSp>
        <p:nvGrpSpPr>
          <p:cNvPr id="7" name="组合 6">
            <a:extLst>
              <a:ext uri="{FF2B5EF4-FFF2-40B4-BE49-F238E27FC236}">
                <a16:creationId xmlns:a16="http://schemas.microsoft.com/office/drawing/2014/main" id="{14DE7A0F-0AE7-4470-A24F-FADDA08A7027}"/>
              </a:ext>
            </a:extLst>
          </p:cNvPr>
          <p:cNvGrpSpPr/>
          <p:nvPr/>
        </p:nvGrpSpPr>
        <p:grpSpPr>
          <a:xfrm>
            <a:off x="567595" y="3187827"/>
            <a:ext cx="1439072" cy="1261023"/>
            <a:chOff x="1763688" y="5055974"/>
            <a:chExt cx="1462859" cy="1356728"/>
          </a:xfrm>
        </p:grpSpPr>
        <p:grpSp>
          <p:nvGrpSpPr>
            <p:cNvPr id="11" name="组合 10">
              <a:extLst>
                <a:ext uri="{FF2B5EF4-FFF2-40B4-BE49-F238E27FC236}">
                  <a16:creationId xmlns:a16="http://schemas.microsoft.com/office/drawing/2014/main" id="{60E7DE7D-C04B-4A84-9195-05CF4C0EE232}"/>
                </a:ext>
              </a:extLst>
            </p:cNvPr>
            <p:cNvGrpSpPr/>
            <p:nvPr/>
          </p:nvGrpSpPr>
          <p:grpSpPr>
            <a:xfrm>
              <a:off x="1763688" y="5055974"/>
              <a:ext cx="1462859" cy="1356728"/>
              <a:chOff x="1763688" y="5127982"/>
              <a:chExt cx="1462859" cy="1356728"/>
            </a:xfrm>
          </p:grpSpPr>
          <p:pic>
            <p:nvPicPr>
              <p:cNvPr id="13" name="Picture 5">
                <a:extLst>
                  <a:ext uri="{FF2B5EF4-FFF2-40B4-BE49-F238E27FC236}">
                    <a16:creationId xmlns:a16="http://schemas.microsoft.com/office/drawing/2014/main" id="{C89C1066-A4DB-45C3-B905-02B4E49352AE}"/>
                  </a:ext>
                </a:extLst>
              </p:cNvPr>
              <p:cNvPicPr>
                <a:picLocks noChangeAspect="1" noChangeArrowheads="1"/>
              </p:cNvPicPr>
              <p:nvPr/>
            </p:nvPicPr>
            <p:blipFill>
              <a:blip r:embed="rId4" cstate="email">
                <a:clrChange>
                  <a:clrFrom>
                    <a:srgbClr val="FFFFFF"/>
                  </a:clrFrom>
                  <a:clrTo>
                    <a:srgbClr val="FFFFFF">
                      <a:alpha val="0"/>
                    </a:srgbClr>
                  </a:clrTo>
                </a:clrChange>
              </a:blip>
              <a:srcRect/>
              <a:stretch>
                <a:fillRect/>
              </a:stretch>
            </p:blipFill>
            <p:spPr bwMode="auto">
              <a:xfrm flipH="1">
                <a:off x="1763688" y="5127982"/>
                <a:ext cx="1462859" cy="1356728"/>
              </a:xfrm>
              <a:prstGeom prst="rect">
                <a:avLst/>
              </a:prstGeom>
              <a:noFill/>
              <a:ln w="9525">
                <a:noFill/>
                <a:miter lim="800000"/>
                <a:headEnd/>
                <a:tailEnd/>
              </a:ln>
            </p:spPr>
          </p:pic>
          <p:sp>
            <p:nvSpPr>
              <p:cNvPr id="14" name="左弧形箭头 27">
                <a:extLst>
                  <a:ext uri="{FF2B5EF4-FFF2-40B4-BE49-F238E27FC236}">
                    <a16:creationId xmlns:a16="http://schemas.microsoft.com/office/drawing/2014/main" id="{F0198A6B-D275-4E94-855A-3E3C89D16B7F}"/>
                  </a:ext>
                </a:extLst>
              </p:cNvPr>
              <p:cNvSpPr/>
              <p:nvPr/>
            </p:nvSpPr>
            <p:spPr>
              <a:xfrm rot="19445247">
                <a:off x="1796343" y="5398183"/>
                <a:ext cx="183663" cy="304047"/>
              </a:xfrm>
              <a:prstGeom prst="curved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013">
                  <a:solidFill>
                    <a:schemeClr val="tx1"/>
                  </a:solidFill>
                  <a:ea typeface="华文楷体" panose="02010600040101010101" pitchFamily="2" charset="-122"/>
                </a:endParaRPr>
              </a:p>
            </p:txBody>
          </p:sp>
          <p:sp>
            <p:nvSpPr>
              <p:cNvPr id="15" name="右弧形箭头 28">
                <a:extLst>
                  <a:ext uri="{FF2B5EF4-FFF2-40B4-BE49-F238E27FC236}">
                    <a16:creationId xmlns:a16="http://schemas.microsoft.com/office/drawing/2014/main" id="{1A352B15-6558-4553-9DA6-6633D3DBC9A1}"/>
                  </a:ext>
                </a:extLst>
              </p:cNvPr>
              <p:cNvSpPr/>
              <p:nvPr/>
            </p:nvSpPr>
            <p:spPr>
              <a:xfrm rot="2510748">
                <a:off x="2637172" y="5538422"/>
                <a:ext cx="183663" cy="314237"/>
              </a:xfrm>
              <a:prstGeom prst="curvedLef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sz="1013">
                  <a:solidFill>
                    <a:schemeClr val="tx1"/>
                  </a:solidFill>
                  <a:ea typeface="华文楷体" panose="02010600040101010101" pitchFamily="2" charset="-122"/>
                </a:endParaRPr>
              </a:p>
            </p:txBody>
          </p:sp>
        </p:grpSp>
        <p:cxnSp>
          <p:nvCxnSpPr>
            <p:cNvPr id="12" name="直接箭头连接符 11">
              <a:extLst>
                <a:ext uri="{FF2B5EF4-FFF2-40B4-BE49-F238E27FC236}">
                  <a16:creationId xmlns:a16="http://schemas.microsoft.com/office/drawing/2014/main" id="{BCCEDB26-F6A7-4294-8973-DED037F51E36}"/>
                </a:ext>
              </a:extLst>
            </p:cNvPr>
            <p:cNvCxnSpPr/>
            <p:nvPr/>
          </p:nvCxnSpPr>
          <p:spPr>
            <a:xfrm flipV="1">
              <a:off x="3059832" y="5801841"/>
              <a:ext cx="94707" cy="579488"/>
            </a:xfrm>
            <a:prstGeom prst="straightConnector1">
              <a:avLst/>
            </a:prstGeom>
            <a:ln w="38100">
              <a:solidFill>
                <a:schemeClr val="accent6">
                  <a:lumMod val="75000"/>
                </a:schemeClr>
              </a:solidFill>
              <a:prstDash val="sysDot"/>
              <a:headEnd type="arrow"/>
              <a:tailEnd type="arrow"/>
            </a:ln>
          </p:spPr>
          <p:style>
            <a:lnRef idx="1">
              <a:schemeClr val="accent1"/>
            </a:lnRef>
            <a:fillRef idx="0">
              <a:schemeClr val="accent1"/>
            </a:fillRef>
            <a:effectRef idx="0">
              <a:schemeClr val="accent1"/>
            </a:effectRef>
            <a:fontRef idx="minor">
              <a:schemeClr val="tx1"/>
            </a:fontRef>
          </p:style>
        </p:cxnSp>
      </p:grpSp>
      <p:pic>
        <p:nvPicPr>
          <p:cNvPr id="8" name="Picture 2">
            <a:extLst>
              <a:ext uri="{FF2B5EF4-FFF2-40B4-BE49-F238E27FC236}">
                <a16:creationId xmlns:a16="http://schemas.microsoft.com/office/drawing/2014/main" id="{159AF4C8-BBC8-48B9-B234-4D485F6D468C}"/>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227663" y="2798756"/>
            <a:ext cx="1922560" cy="184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feld 3">
            <a:extLst>
              <a:ext uri="{FF2B5EF4-FFF2-40B4-BE49-F238E27FC236}">
                <a16:creationId xmlns:a16="http://schemas.microsoft.com/office/drawing/2014/main" id="{7FB8B1BE-F259-4359-958E-3A10B17B78A4}"/>
              </a:ext>
            </a:extLst>
          </p:cNvPr>
          <p:cNvSpPr txBox="1"/>
          <p:nvPr/>
        </p:nvSpPr>
        <p:spPr>
          <a:xfrm>
            <a:off x="2589707" y="2421757"/>
            <a:ext cx="1781327" cy="819455"/>
          </a:xfrm>
          <a:prstGeom prst="rect">
            <a:avLst/>
          </a:prstGeom>
          <a:noFill/>
        </p:spPr>
        <p:txBody>
          <a:bodyPr wrap="square" rtlCol="0">
            <a:spAutoFit/>
          </a:bodyPr>
          <a:lst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575" dirty="0">
                <a:ea typeface="华文楷体" panose="02010600040101010101" pitchFamily="2" charset="-122"/>
              </a:rPr>
              <a:t>4</a:t>
            </a:r>
            <a:r>
              <a:rPr lang="zh-CN" altLang="en-US" sz="1575" dirty="0">
                <a:ea typeface="华文楷体" panose="02010600040101010101" pitchFamily="2" charset="-122"/>
              </a:rPr>
              <a:t>向、</a:t>
            </a:r>
            <a:r>
              <a:rPr lang="en-US" altLang="zh-CN" sz="1575" dirty="0">
                <a:ea typeface="华文楷体" panose="02010600040101010101" pitchFamily="2" charset="-122"/>
              </a:rPr>
              <a:t>6</a:t>
            </a:r>
            <a:r>
              <a:rPr lang="zh-CN" altLang="en-US" sz="1575" dirty="0">
                <a:ea typeface="华文楷体" panose="02010600040101010101" pitchFamily="2" charset="-122"/>
              </a:rPr>
              <a:t>向、</a:t>
            </a:r>
            <a:r>
              <a:rPr lang="en-US" altLang="zh-CN" sz="1575" dirty="0">
                <a:ea typeface="华文楷体" panose="02010600040101010101" pitchFamily="2" charset="-122"/>
              </a:rPr>
              <a:t>8</a:t>
            </a:r>
            <a:r>
              <a:rPr lang="zh-CN" altLang="en-US" sz="1575" dirty="0">
                <a:ea typeface="华文楷体" panose="02010600040101010101" pitchFamily="2" charset="-122"/>
              </a:rPr>
              <a:t>向、电动调节等通用化平台</a:t>
            </a:r>
            <a:endParaRPr lang="en-US" altLang="zh-CN" sz="1575" dirty="0">
              <a:ea typeface="华文楷体" panose="02010600040101010101" pitchFamily="2" charset="-122"/>
            </a:endParaRPr>
          </a:p>
        </p:txBody>
      </p:sp>
      <p:sp>
        <p:nvSpPr>
          <p:cNvPr id="27" name="文本框 26">
            <a:extLst>
              <a:ext uri="{FF2B5EF4-FFF2-40B4-BE49-F238E27FC236}">
                <a16:creationId xmlns:a16="http://schemas.microsoft.com/office/drawing/2014/main" id="{14FD092C-3BCA-4416-8639-BBC153616A88}"/>
              </a:ext>
            </a:extLst>
          </p:cNvPr>
          <p:cNvSpPr txBox="1"/>
          <p:nvPr/>
        </p:nvSpPr>
        <p:spPr>
          <a:xfrm>
            <a:off x="2857690" y="843606"/>
            <a:ext cx="1223412" cy="403957"/>
          </a:xfrm>
          <a:prstGeom prst="rect">
            <a:avLst/>
          </a:prstGeom>
          <a:noFill/>
        </p:spPr>
        <p:txBody>
          <a:bodyPr wrap="none" rtlCol="0">
            <a:spAutoFit/>
          </a:bodyPr>
          <a:lstStyle/>
          <a:p>
            <a:r>
              <a:rPr lang="zh-CN" altLang="en-US" sz="2025" dirty="0"/>
              <a:t>产品展示</a:t>
            </a:r>
          </a:p>
        </p:txBody>
      </p:sp>
    </p:spTree>
    <p:extLst>
      <p:ext uri="{BB962C8B-B14F-4D97-AF65-F5344CB8AC3E}">
        <p14:creationId xmlns:p14="http://schemas.microsoft.com/office/powerpoint/2010/main" val="1460360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2468402-8F13-4E2C-A227-ABA5E375AED9}"/>
              </a:ext>
            </a:extLst>
          </p:cNvPr>
          <p:cNvSpPr>
            <a:spLocks noGrp="1"/>
          </p:cNvSpPr>
          <p:nvPr>
            <p:ph idx="1"/>
          </p:nvPr>
        </p:nvSpPr>
        <p:spPr>
          <a:xfrm>
            <a:off x="163862" y="978322"/>
            <a:ext cx="2445639" cy="3609596"/>
          </a:xfrm>
        </p:spPr>
        <p:txBody>
          <a:bodyPr>
            <a:normAutofit fontScale="77500" lnSpcReduction="20000"/>
          </a:bodyPr>
          <a:lstStyle/>
          <a:p>
            <a:r>
              <a:rPr lang="zh-CN" altLang="en-US" dirty="0"/>
              <a:t>头枕生产工艺过程如右图所示；</a:t>
            </a:r>
            <a:endParaRPr lang="en-US" altLang="zh-CN" dirty="0"/>
          </a:p>
          <a:p>
            <a:r>
              <a:rPr lang="zh-CN" altLang="en-US" dirty="0"/>
              <a:t>各作业单位详细介绍参见后页；</a:t>
            </a:r>
            <a:endParaRPr lang="en-US" altLang="zh-CN" dirty="0"/>
          </a:p>
          <a:p>
            <a:r>
              <a:rPr lang="zh-CN" altLang="en-US" dirty="0"/>
              <a:t>各作业单位所需面积参见后页；</a:t>
            </a:r>
            <a:endParaRPr lang="en-US" altLang="zh-CN" dirty="0"/>
          </a:p>
          <a:p>
            <a:r>
              <a:rPr lang="zh-CN" altLang="en-US" dirty="0"/>
              <a:t>各作业单位布置的平面形状不做特殊要求，一般和提供的</a:t>
            </a:r>
            <a:r>
              <a:rPr lang="en-US" altLang="zh-CN" dirty="0"/>
              <a:t>CAD</a:t>
            </a:r>
            <a:r>
              <a:rPr lang="zh-CN" altLang="en-US" dirty="0"/>
              <a:t>图纸中相关布置方式一致，应当避免不规则形状和狭长情况；</a:t>
            </a:r>
            <a:endParaRPr lang="en-US" altLang="zh-CN" dirty="0"/>
          </a:p>
          <a:p>
            <a:r>
              <a:rPr lang="zh-CN" altLang="en-US" dirty="0"/>
              <a:t>除各作业单位外，还需考虑辅助区域的布置，具体面积参见后页。</a:t>
            </a:r>
          </a:p>
        </p:txBody>
      </p:sp>
      <p:sp>
        <p:nvSpPr>
          <p:cNvPr id="8" name="Rectangle 2">
            <a:extLst>
              <a:ext uri="{FF2B5EF4-FFF2-40B4-BE49-F238E27FC236}">
                <a16:creationId xmlns:a16="http://schemas.microsoft.com/office/drawing/2014/main" id="{F3859F86-1FEF-4FB8-BF38-64D64DE16B3E}"/>
              </a:ext>
            </a:extLst>
          </p:cNvPr>
          <p:cNvSpPr>
            <a:spLocks noChangeArrowheads="1"/>
          </p:cNvSpPr>
          <p:nvPr/>
        </p:nvSpPr>
        <p:spPr bwMode="auto">
          <a:xfrm>
            <a:off x="0" y="478470"/>
            <a:ext cx="103939" cy="32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1435" tIns="25718" rIns="51435" bIns="25718" numCol="1" anchor="ctr" anchorCtr="0" compatLnSpc="1">
            <a:prstTxWarp prst="textNoShape">
              <a:avLst/>
            </a:prstTxWarp>
            <a:spAutoFit/>
          </a:bodyPr>
          <a:lstStyle/>
          <a:p>
            <a:endParaRPr lang="zh-CN" altLang="en-US"/>
          </a:p>
        </p:txBody>
      </p:sp>
      <p:graphicFrame>
        <p:nvGraphicFramePr>
          <p:cNvPr id="9" name="对象 8">
            <a:extLst>
              <a:ext uri="{FF2B5EF4-FFF2-40B4-BE49-F238E27FC236}">
                <a16:creationId xmlns:a16="http://schemas.microsoft.com/office/drawing/2014/main" id="{EC24C89B-F21B-433F-B2B5-EE1991405FA0}"/>
              </a:ext>
            </a:extLst>
          </p:cNvPr>
          <p:cNvGraphicFramePr>
            <a:graphicFrameLocks noChangeAspect="1"/>
          </p:cNvGraphicFramePr>
          <p:nvPr>
            <p:extLst>
              <p:ext uri="{D42A27DB-BD31-4B8C-83A1-F6EECF244321}">
                <p14:modId xmlns:p14="http://schemas.microsoft.com/office/powerpoint/2010/main" val="1471944319"/>
              </p:ext>
            </p:extLst>
          </p:nvPr>
        </p:nvGraphicFramePr>
        <p:xfrm>
          <a:off x="3068970" y="969335"/>
          <a:ext cx="3429000" cy="3415146"/>
        </p:xfrm>
        <a:graphic>
          <a:graphicData uri="http://schemas.openxmlformats.org/presentationml/2006/ole">
            <mc:AlternateContent xmlns:mc="http://schemas.openxmlformats.org/markup-compatibility/2006">
              <mc:Choice xmlns:v="urn:schemas-microsoft-com:vml" Requires="v">
                <p:oleObj spid="_x0000_s1033" name="Visio" r:id="rId3" imgW="10772727" imgH="10664547" progId="Visio.Drawing.11">
                  <p:embed/>
                </p:oleObj>
              </mc:Choice>
              <mc:Fallback>
                <p:oleObj name="Visio" r:id="rId3" imgW="10772727" imgH="10664547" progId="Visio.Drawing.11">
                  <p:embed/>
                  <p:pic>
                    <p:nvPicPr>
                      <p:cNvPr id="9" name="对象 8">
                        <a:extLst>
                          <a:ext uri="{FF2B5EF4-FFF2-40B4-BE49-F238E27FC236}">
                            <a16:creationId xmlns:a16="http://schemas.microsoft.com/office/drawing/2014/main" id="{EC24C89B-F21B-433F-B2B5-EE1991405F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8970" y="969335"/>
                        <a:ext cx="3429000" cy="3415146"/>
                      </a:xfrm>
                      <a:prstGeom prst="rect">
                        <a:avLst/>
                      </a:prstGeom>
                      <a:noFill/>
                    </p:spPr>
                  </p:pic>
                </p:oleObj>
              </mc:Fallback>
            </mc:AlternateContent>
          </a:graphicData>
        </a:graphic>
      </p:graphicFrame>
    </p:spTree>
    <p:extLst>
      <p:ext uri="{BB962C8B-B14F-4D97-AF65-F5344CB8AC3E}">
        <p14:creationId xmlns:p14="http://schemas.microsoft.com/office/powerpoint/2010/main" val="697473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6" descr="D:\新建文件夹\图片1.jpg">
            <a:extLst>
              <a:ext uri="{FF2B5EF4-FFF2-40B4-BE49-F238E27FC236}">
                <a16:creationId xmlns:a16="http://schemas.microsoft.com/office/drawing/2014/main" id="{8999AAB2-8940-449A-8F63-DAB997B3436B}"/>
              </a:ext>
            </a:extLst>
          </p:cNvPr>
          <p:cNvPicPr>
            <a:picLocks noChangeArrowheads="1"/>
          </p:cNvPicPr>
          <p:nvPr/>
        </p:nvPicPr>
        <p:blipFill>
          <a:blip r:embed="rId2" cstate="email"/>
          <a:srcRect/>
          <a:stretch>
            <a:fillRect/>
          </a:stretch>
        </p:blipFill>
        <p:spPr bwMode="auto">
          <a:xfrm>
            <a:off x="368854" y="1123210"/>
            <a:ext cx="6120293" cy="3808078"/>
          </a:xfrm>
          <a:prstGeom prst="rect">
            <a:avLst/>
          </a:prstGeom>
          <a:noFill/>
          <a:ln w="9525">
            <a:noFill/>
            <a:miter lim="800000"/>
            <a:headEnd/>
            <a:tailEnd/>
          </a:ln>
        </p:spPr>
      </p:pic>
      <p:sp>
        <p:nvSpPr>
          <p:cNvPr id="5" name="文本框 4">
            <a:extLst>
              <a:ext uri="{FF2B5EF4-FFF2-40B4-BE49-F238E27FC236}">
                <a16:creationId xmlns:a16="http://schemas.microsoft.com/office/drawing/2014/main" id="{9AECA9C6-E695-4B69-BBA7-07B5FCDE9A09}"/>
              </a:ext>
            </a:extLst>
          </p:cNvPr>
          <p:cNvSpPr txBox="1"/>
          <p:nvPr/>
        </p:nvSpPr>
        <p:spPr>
          <a:xfrm>
            <a:off x="2781227" y="698373"/>
            <a:ext cx="1295545" cy="403957"/>
          </a:xfrm>
          <a:prstGeom prst="rect">
            <a:avLst/>
          </a:prstGeom>
          <a:noFill/>
        </p:spPr>
        <p:txBody>
          <a:bodyPr wrap="square" rtlCol="0">
            <a:spAutoFit/>
          </a:bodyPr>
          <a:lstStyle/>
          <a:p>
            <a:r>
              <a:rPr lang="zh-CN" altLang="en-US" sz="2025" dirty="0"/>
              <a:t>园区规划</a:t>
            </a:r>
          </a:p>
        </p:txBody>
      </p:sp>
    </p:spTree>
    <p:extLst>
      <p:ext uri="{BB962C8B-B14F-4D97-AF65-F5344CB8AC3E}">
        <p14:creationId xmlns:p14="http://schemas.microsoft.com/office/powerpoint/2010/main" val="3993722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2468402-8F13-4E2C-A227-ABA5E375AED9}"/>
              </a:ext>
            </a:extLst>
          </p:cNvPr>
          <p:cNvSpPr>
            <a:spLocks noGrp="1"/>
          </p:cNvSpPr>
          <p:nvPr>
            <p:ph idx="1"/>
          </p:nvPr>
        </p:nvSpPr>
        <p:spPr>
          <a:xfrm>
            <a:off x="163862" y="988194"/>
            <a:ext cx="2445639" cy="2447628"/>
          </a:xfrm>
        </p:spPr>
        <p:txBody>
          <a:bodyPr>
            <a:normAutofit fontScale="70000" lnSpcReduction="20000"/>
          </a:bodyPr>
          <a:lstStyle/>
          <a:p>
            <a:r>
              <a:rPr lang="zh-CN" altLang="en-US" dirty="0"/>
              <a:t>厂区平面图如右所示</a:t>
            </a:r>
            <a:r>
              <a:rPr lang="en-US" altLang="zh-CN" dirty="0"/>
              <a:t>;</a:t>
            </a:r>
          </a:p>
          <a:p>
            <a:r>
              <a:rPr lang="zh-CN" altLang="en-US" dirty="0"/>
              <a:t>仅考虑在</a:t>
            </a:r>
            <a:r>
              <a:rPr lang="en-US" altLang="zh-CN" dirty="0"/>
              <a:t>A</a:t>
            </a:r>
            <a:r>
              <a:rPr lang="zh-CN" altLang="en-US" dirty="0"/>
              <a:t>、</a:t>
            </a:r>
            <a:r>
              <a:rPr lang="en-US" altLang="zh-CN" dirty="0"/>
              <a:t>B</a:t>
            </a:r>
            <a:r>
              <a:rPr lang="zh-CN" altLang="en-US" dirty="0"/>
              <a:t>区域三层楼房布置生产设施；</a:t>
            </a:r>
            <a:endParaRPr lang="en-US" altLang="zh-CN" dirty="0"/>
          </a:p>
          <a:p>
            <a:r>
              <a:rPr lang="zh-CN" altLang="en-US" dirty="0"/>
              <a:t>厂房的长宽在</a:t>
            </a:r>
            <a:r>
              <a:rPr lang="en-US" altLang="zh-CN" dirty="0"/>
              <a:t>CAD</a:t>
            </a:r>
            <a:r>
              <a:rPr lang="zh-CN" altLang="en-US" dirty="0"/>
              <a:t>中测量；</a:t>
            </a:r>
            <a:endParaRPr lang="en-US" altLang="zh-CN" dirty="0"/>
          </a:p>
          <a:p>
            <a:r>
              <a:rPr lang="zh-CN" altLang="en-US" dirty="0"/>
              <a:t>如有空余厂房可设置为后续产能拓展区域，以及管理区域；</a:t>
            </a:r>
            <a:endParaRPr lang="en-US" altLang="zh-CN" dirty="0"/>
          </a:p>
          <a:p>
            <a:r>
              <a:rPr lang="zh-CN" altLang="en-US" dirty="0"/>
              <a:t>厂区道路、厂房、大门不能变更，但物流走向可以规划。</a:t>
            </a:r>
          </a:p>
        </p:txBody>
      </p:sp>
      <p:grpSp>
        <p:nvGrpSpPr>
          <p:cNvPr id="4" name="组合 3">
            <a:extLst>
              <a:ext uri="{FF2B5EF4-FFF2-40B4-BE49-F238E27FC236}">
                <a16:creationId xmlns:a16="http://schemas.microsoft.com/office/drawing/2014/main" id="{86F28774-6010-46B0-9EC5-335846C7089E}"/>
              </a:ext>
            </a:extLst>
          </p:cNvPr>
          <p:cNvGrpSpPr/>
          <p:nvPr/>
        </p:nvGrpSpPr>
        <p:grpSpPr>
          <a:xfrm>
            <a:off x="2672159" y="951675"/>
            <a:ext cx="3925105" cy="3708249"/>
            <a:chOff x="2438400" y="764704"/>
            <a:chExt cx="6209820" cy="5944134"/>
          </a:xfrm>
        </p:grpSpPr>
        <p:pic>
          <p:nvPicPr>
            <p:cNvPr id="5" name="图片 4">
              <a:extLst>
                <a:ext uri="{FF2B5EF4-FFF2-40B4-BE49-F238E27FC236}">
                  <a16:creationId xmlns:a16="http://schemas.microsoft.com/office/drawing/2014/main" id="{6BD0CBE0-68D9-4513-B519-EC23482FC3F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438400" y="764704"/>
              <a:ext cx="6209820" cy="5944134"/>
            </a:xfrm>
            <a:prstGeom prst="rect">
              <a:avLst/>
            </a:prstGeom>
          </p:spPr>
        </p:pic>
        <p:sp>
          <p:nvSpPr>
            <p:cNvPr id="6" name="TextBox 4">
              <a:extLst>
                <a:ext uri="{FF2B5EF4-FFF2-40B4-BE49-F238E27FC236}">
                  <a16:creationId xmlns:a16="http://schemas.microsoft.com/office/drawing/2014/main" id="{F4DC9F0D-9866-4887-B159-D49EF0E2DE6A}"/>
                </a:ext>
              </a:extLst>
            </p:cNvPr>
            <p:cNvSpPr txBox="1"/>
            <p:nvPr/>
          </p:nvSpPr>
          <p:spPr>
            <a:xfrm>
              <a:off x="4690736" y="1268759"/>
              <a:ext cx="477291" cy="536518"/>
            </a:xfrm>
            <a:prstGeom prst="rect">
              <a:avLst/>
            </a:prstGeom>
            <a:noFill/>
          </p:spPr>
          <p:txBody>
            <a:bodyPr wrap="none" rtlCol="0">
              <a:spAutoFit/>
            </a:bodyPr>
            <a:lstStyle/>
            <a:p>
              <a:r>
                <a:rPr lang="en-US" altLang="zh-CN" sz="1575" dirty="0">
                  <a:solidFill>
                    <a:srgbClr val="FF0000"/>
                  </a:solidFill>
                </a:rPr>
                <a:t>A</a:t>
              </a:r>
              <a:endParaRPr lang="zh-CN" altLang="en-US" sz="1575" dirty="0">
                <a:solidFill>
                  <a:srgbClr val="FF0000"/>
                </a:solidFill>
              </a:endParaRPr>
            </a:p>
          </p:txBody>
        </p:sp>
        <p:sp>
          <p:nvSpPr>
            <p:cNvPr id="7" name="TextBox 5">
              <a:extLst>
                <a:ext uri="{FF2B5EF4-FFF2-40B4-BE49-F238E27FC236}">
                  <a16:creationId xmlns:a16="http://schemas.microsoft.com/office/drawing/2014/main" id="{7E567550-F30E-4959-AFB7-A789A22F8B6A}"/>
                </a:ext>
              </a:extLst>
            </p:cNvPr>
            <p:cNvSpPr txBox="1"/>
            <p:nvPr/>
          </p:nvSpPr>
          <p:spPr>
            <a:xfrm>
              <a:off x="4755007" y="2564904"/>
              <a:ext cx="467146" cy="536518"/>
            </a:xfrm>
            <a:prstGeom prst="rect">
              <a:avLst/>
            </a:prstGeom>
            <a:noFill/>
          </p:spPr>
          <p:txBody>
            <a:bodyPr wrap="none" rtlCol="0">
              <a:spAutoFit/>
            </a:bodyPr>
            <a:lstStyle/>
            <a:p>
              <a:r>
                <a:rPr lang="en-US" altLang="zh-CN" sz="1575" dirty="0">
                  <a:solidFill>
                    <a:srgbClr val="FF0000"/>
                  </a:solidFill>
                </a:rPr>
                <a:t>B</a:t>
              </a:r>
              <a:endParaRPr lang="zh-CN" altLang="en-US" sz="1575" dirty="0">
                <a:solidFill>
                  <a:srgbClr val="FF0000"/>
                </a:solidFill>
              </a:endParaRPr>
            </a:p>
          </p:txBody>
        </p:sp>
      </p:grpSp>
    </p:spTree>
    <p:extLst>
      <p:ext uri="{BB962C8B-B14F-4D97-AF65-F5344CB8AC3E}">
        <p14:creationId xmlns:p14="http://schemas.microsoft.com/office/powerpoint/2010/main" val="960068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FB5CBB92-1903-4CED-9CA4-B9C56D48A11B}"/>
              </a:ext>
            </a:extLst>
          </p:cNvPr>
          <p:cNvGraphicFramePr>
            <a:graphicFrameLocks noGrp="1"/>
          </p:cNvGraphicFramePr>
          <p:nvPr>
            <p:extLst>
              <p:ext uri="{D42A27DB-BD31-4B8C-83A1-F6EECF244321}">
                <p14:modId xmlns:p14="http://schemas.microsoft.com/office/powerpoint/2010/main" val="3922091393"/>
              </p:ext>
            </p:extLst>
          </p:nvPr>
        </p:nvGraphicFramePr>
        <p:xfrm>
          <a:off x="188730" y="771600"/>
          <a:ext cx="6480540" cy="4176360"/>
        </p:xfrm>
        <a:graphic>
          <a:graphicData uri="http://schemas.openxmlformats.org/drawingml/2006/table">
            <a:tbl>
              <a:tblPr firstRow="1" firstCol="1" bandRow="1">
                <a:tableStyleId>{5C22544A-7EE6-4342-B048-85BDC9FD1C3A}</a:tableStyleId>
              </a:tblPr>
              <a:tblGrid>
                <a:gridCol w="346915">
                  <a:extLst>
                    <a:ext uri="{9D8B030D-6E8A-4147-A177-3AD203B41FA5}">
                      <a16:colId xmlns:a16="http://schemas.microsoft.com/office/drawing/2014/main" val="2069958679"/>
                    </a:ext>
                  </a:extLst>
                </a:gridCol>
                <a:gridCol w="971551">
                  <a:extLst>
                    <a:ext uri="{9D8B030D-6E8A-4147-A177-3AD203B41FA5}">
                      <a16:colId xmlns:a16="http://schemas.microsoft.com/office/drawing/2014/main" val="1468102141"/>
                    </a:ext>
                  </a:extLst>
                </a:gridCol>
                <a:gridCol w="5162074">
                  <a:extLst>
                    <a:ext uri="{9D8B030D-6E8A-4147-A177-3AD203B41FA5}">
                      <a16:colId xmlns:a16="http://schemas.microsoft.com/office/drawing/2014/main" val="1043644082"/>
                    </a:ext>
                  </a:extLst>
                </a:gridCol>
              </a:tblGrid>
              <a:tr h="174015">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编号</a:t>
                      </a:r>
                    </a:p>
                  </a:txBody>
                  <a:tcPr marL="14531" marR="14531" marT="0" marB="0" anchor="ctr"/>
                </a:tc>
                <a:tc>
                  <a:txBody>
                    <a:bodyPr/>
                    <a:lstStyle/>
                    <a:p>
                      <a:pPr indent="180975" algn="ctr">
                        <a:spcAft>
                          <a:spcPts val="0"/>
                        </a:spcAft>
                      </a:pPr>
                      <a:r>
                        <a:rPr lang="zh-CN" sz="1000" kern="0">
                          <a:effectLst/>
                        </a:rPr>
                        <a:t>作业单位</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indent="180975" algn="ctr">
                        <a:spcAft>
                          <a:spcPts val="0"/>
                        </a:spcAft>
                      </a:pPr>
                      <a:r>
                        <a:rPr lang="zh-CN" sz="1000" kern="0" dirty="0">
                          <a:effectLst/>
                        </a:rPr>
                        <a:t>功能说明</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extLst>
                  <a:ext uri="{0D108BD9-81ED-4DB2-BD59-A6C34878D82A}">
                    <a16:rowId xmlns:a16="http://schemas.microsoft.com/office/drawing/2014/main" val="3525039629"/>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金属来料暂存区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a:spcAft>
                          <a:spcPts val="0"/>
                        </a:spcAft>
                      </a:pPr>
                      <a:r>
                        <a:rPr lang="zh-CN" sz="1000" kern="0" dirty="0">
                          <a:effectLst/>
                        </a:rPr>
                        <a:t>主要接收外部物流送来的各类板材、管件，按订单下料，暂存以待向支杆及冲压区域供料。</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extLst>
                  <a:ext uri="{0D108BD9-81ED-4DB2-BD59-A6C34878D82A}">
                    <a16:rowId xmlns:a16="http://schemas.microsoft.com/office/drawing/2014/main" val="1529301673"/>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2</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a:effectLst/>
                        </a:rPr>
                        <a:t>金属支杆加工区</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主要是对各种杆件、管件进行缩管、弯管、冲槽、抛光、打标等工艺，在制品还需电镀。</a:t>
                      </a:r>
                    </a:p>
                  </a:txBody>
                  <a:tcPr marL="14531" marR="14531" marT="0" marB="0" anchor="ctr"/>
                </a:tc>
                <a:extLst>
                  <a:ext uri="{0D108BD9-81ED-4DB2-BD59-A6C34878D82A}">
                    <a16:rowId xmlns:a16="http://schemas.microsoft.com/office/drawing/2014/main" val="2403685640"/>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3</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金属冲压区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部分头枕支架冲压结构件，由冲压区完成。</a:t>
                      </a:r>
                    </a:p>
                  </a:txBody>
                  <a:tcPr marL="14531" marR="14531" marT="0" marB="0" anchor="ctr"/>
                </a:tc>
                <a:extLst>
                  <a:ext uri="{0D108BD9-81ED-4DB2-BD59-A6C34878D82A}">
                    <a16:rowId xmlns:a16="http://schemas.microsoft.com/office/drawing/2014/main" val="2075304021"/>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4</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待电镀区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暂存完成加工的金属件，并在此处将金属件装车，到外协单位进行电镀工艺。</a:t>
                      </a:r>
                    </a:p>
                  </a:txBody>
                  <a:tcPr marL="14531" marR="14531" marT="0" marB="0" anchor="ctr"/>
                </a:tc>
                <a:extLst>
                  <a:ext uri="{0D108BD9-81ED-4DB2-BD59-A6C34878D82A}">
                    <a16:rowId xmlns:a16="http://schemas.microsoft.com/office/drawing/2014/main" val="1471984958"/>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5</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a:effectLst/>
                        </a:rPr>
                        <a:t>发泡车间</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主要完成的是传统的包覆式发泡工艺，采用的设备是普通发泡机。</a:t>
                      </a:r>
                    </a:p>
                  </a:txBody>
                  <a:tcPr marL="14531" marR="14531" marT="0" marB="0" anchor="ctr"/>
                </a:tc>
                <a:extLst>
                  <a:ext uri="{0D108BD9-81ED-4DB2-BD59-A6C34878D82A}">
                    <a16:rowId xmlns:a16="http://schemas.microsoft.com/office/drawing/2014/main" val="4140790453"/>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6</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en-US" sz="1000" kern="0" dirty="0">
                          <a:effectLst/>
                        </a:rPr>
                        <a:t>PIP</a:t>
                      </a:r>
                      <a:r>
                        <a:rPr lang="zh-CN" sz="1000" kern="0" dirty="0">
                          <a:effectLst/>
                        </a:rPr>
                        <a:t>车间</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采用的是较先进的一次填充成型发泡工艺，采用的设备是</a:t>
                      </a:r>
                      <a:r>
                        <a:rPr lang="en-US" sz="1000" kern="0" dirty="0">
                          <a:solidFill>
                            <a:schemeClr val="dk1"/>
                          </a:solidFill>
                          <a:effectLst/>
                          <a:latin typeface="+mn-lt"/>
                          <a:ea typeface="+mn-ea"/>
                          <a:cs typeface="+mn-cs"/>
                        </a:rPr>
                        <a:t>PIP</a:t>
                      </a:r>
                      <a:r>
                        <a:rPr lang="zh-CN" altLang="en-US" sz="1000" kern="0" dirty="0">
                          <a:solidFill>
                            <a:schemeClr val="dk1"/>
                          </a:solidFill>
                          <a:effectLst/>
                          <a:latin typeface="+mn-lt"/>
                          <a:ea typeface="+mn-ea"/>
                          <a:cs typeface="+mn-cs"/>
                        </a:rPr>
                        <a:t>发泡机。</a:t>
                      </a:r>
                    </a:p>
                  </a:txBody>
                  <a:tcPr marL="14531" marR="14531" marT="0" marB="0" anchor="ctr"/>
                </a:tc>
                <a:extLst>
                  <a:ext uri="{0D108BD9-81ED-4DB2-BD59-A6C34878D82A}">
                    <a16:rowId xmlns:a16="http://schemas.microsoft.com/office/drawing/2014/main" val="4066468710"/>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7</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a:effectLst/>
                        </a:rPr>
                        <a:t>泡沫半成品区</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即经过发泡工艺的泡沫制品出差区域，发泡后熟化工艺也在此区域进行。</a:t>
                      </a:r>
                    </a:p>
                  </a:txBody>
                  <a:tcPr marL="14531" marR="14531" marT="0" marB="0" anchor="ctr"/>
                </a:tc>
                <a:extLst>
                  <a:ext uri="{0D108BD9-81ED-4DB2-BD59-A6C34878D82A}">
                    <a16:rowId xmlns:a16="http://schemas.microsoft.com/office/drawing/2014/main" val="3170050109"/>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8</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总成成品区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即存放头枕总成的区域，等待包装、打包。</a:t>
                      </a:r>
                    </a:p>
                  </a:txBody>
                  <a:tcPr marL="14531" marR="14531" marT="0" marB="0" anchor="ctr"/>
                </a:tc>
                <a:extLst>
                  <a:ext uri="{0D108BD9-81ED-4DB2-BD59-A6C34878D82A}">
                    <a16:rowId xmlns:a16="http://schemas.microsoft.com/office/drawing/2014/main" val="872975015"/>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9</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a:effectLst/>
                        </a:rPr>
                        <a:t>金属试制中心</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主要根据整车厂的实际需求，按照其提供的图纸，开发相应头枕支杆的前期机构。</a:t>
                      </a:r>
                    </a:p>
                  </a:txBody>
                  <a:tcPr marL="14531" marR="14531" marT="0" marB="0" anchor="ctr"/>
                </a:tc>
                <a:extLst>
                  <a:ext uri="{0D108BD9-81ED-4DB2-BD59-A6C34878D82A}">
                    <a16:rowId xmlns:a16="http://schemas.microsoft.com/office/drawing/2014/main" val="1506519488"/>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10</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总成装配区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就是将支杆、泡沫、塑料件、面套等零部件组成成头枕总成的区域。</a:t>
                      </a:r>
                    </a:p>
                  </a:txBody>
                  <a:tcPr marL="14531" marR="14531" marT="0" marB="0" anchor="ctr"/>
                </a:tc>
                <a:extLst>
                  <a:ext uri="{0D108BD9-81ED-4DB2-BD59-A6C34878D82A}">
                    <a16:rowId xmlns:a16="http://schemas.microsoft.com/office/drawing/2014/main" val="1550383285"/>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11</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注塑车间</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主要是根据产品要求选择不同模具用注塑机完成塑料件加工成型的区域。</a:t>
                      </a:r>
                    </a:p>
                  </a:txBody>
                  <a:tcPr marL="14531" marR="14531" marT="0" marB="0" anchor="ctr"/>
                </a:tc>
                <a:extLst>
                  <a:ext uri="{0D108BD9-81ED-4DB2-BD59-A6C34878D82A}">
                    <a16:rowId xmlns:a16="http://schemas.microsoft.com/office/drawing/2014/main" val="616474724"/>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12</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a:effectLst/>
                        </a:rPr>
                        <a:t>注塑半成品区</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用于暂存各类塑料件。</a:t>
                      </a:r>
                    </a:p>
                  </a:txBody>
                  <a:tcPr marL="14531" marR="14531" marT="0" marB="0" anchor="ctr"/>
                </a:tc>
                <a:extLst>
                  <a:ext uri="{0D108BD9-81ED-4DB2-BD59-A6C34878D82A}">
                    <a16:rowId xmlns:a16="http://schemas.microsoft.com/office/drawing/2014/main" val="930313148"/>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13</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注塑原物料区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用于存放各种注塑粒子原材料。</a:t>
                      </a:r>
                    </a:p>
                  </a:txBody>
                  <a:tcPr marL="14531" marR="14531" marT="0" marB="0" anchor="ctr"/>
                </a:tc>
                <a:extLst>
                  <a:ext uri="{0D108BD9-81ED-4DB2-BD59-A6C34878D82A}">
                    <a16:rowId xmlns:a16="http://schemas.microsoft.com/office/drawing/2014/main" val="680912286"/>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14</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试制中心作业区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用于装配试制的各类新头枕总成。</a:t>
                      </a:r>
                    </a:p>
                  </a:txBody>
                  <a:tcPr marL="14531" marR="14531" marT="0" marB="0" anchor="ctr"/>
                </a:tc>
                <a:extLst>
                  <a:ext uri="{0D108BD9-81ED-4DB2-BD59-A6C34878D82A}">
                    <a16:rowId xmlns:a16="http://schemas.microsoft.com/office/drawing/2014/main" val="1564545284"/>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15</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面料区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用于存放各种材质的面套加工材料。</a:t>
                      </a:r>
                    </a:p>
                  </a:txBody>
                  <a:tcPr marL="14531" marR="14531" marT="0" marB="0" anchor="ctr"/>
                </a:tc>
                <a:extLst>
                  <a:ext uri="{0D108BD9-81ED-4DB2-BD59-A6C34878D82A}">
                    <a16:rowId xmlns:a16="http://schemas.microsoft.com/office/drawing/2014/main" val="2488939556"/>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16</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裁剪区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按照产品要求，将面料裁剪成各类形状，提供给缝纫区。</a:t>
                      </a:r>
                    </a:p>
                  </a:txBody>
                  <a:tcPr marL="14531" marR="14531" marT="0" marB="0" anchor="ctr"/>
                </a:tc>
                <a:extLst>
                  <a:ext uri="{0D108BD9-81ED-4DB2-BD59-A6C34878D82A}">
                    <a16:rowId xmlns:a16="http://schemas.microsoft.com/office/drawing/2014/main" val="2848851853"/>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17</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a:effectLst/>
                        </a:rPr>
                        <a:t>缝纫区</a:t>
                      </a:r>
                      <a:endParaRPr lang="zh-CN" sz="1000" kern="10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将各类剪裁好的面料，按照工艺要求及外观要求，缝制成各类型的面套。</a:t>
                      </a:r>
                    </a:p>
                  </a:txBody>
                  <a:tcPr marL="14531" marR="14531" marT="0" marB="0" anchor="ctr"/>
                </a:tc>
                <a:extLst>
                  <a:ext uri="{0D108BD9-81ED-4DB2-BD59-A6C34878D82A}">
                    <a16:rowId xmlns:a16="http://schemas.microsoft.com/office/drawing/2014/main" val="1375811836"/>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18</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面套半成品区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存放各类面套半成品，按生产计划和搬运批次运往总成装配区。</a:t>
                      </a:r>
                    </a:p>
                  </a:txBody>
                  <a:tcPr marL="14531" marR="14531" marT="0" marB="0" anchor="ctr"/>
                </a:tc>
                <a:extLst>
                  <a:ext uri="{0D108BD9-81ED-4DB2-BD59-A6C34878D82A}">
                    <a16:rowId xmlns:a16="http://schemas.microsoft.com/office/drawing/2014/main" val="546382819"/>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19</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装配包材区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用于储存靠枕总成的包装材料，在物流车辆到达后，进行包装、上货的区域。</a:t>
                      </a:r>
                    </a:p>
                  </a:txBody>
                  <a:tcPr marL="14531" marR="14531" marT="0" marB="0" anchor="ctr"/>
                </a:tc>
                <a:extLst>
                  <a:ext uri="{0D108BD9-81ED-4DB2-BD59-A6C34878D82A}">
                    <a16:rowId xmlns:a16="http://schemas.microsoft.com/office/drawing/2014/main" val="3217734629"/>
                  </a:ext>
                </a:extLst>
              </a:tr>
              <a:tr h="174015">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20</a:t>
                      </a:r>
                      <a:endParaRPr lang="zh-CN" altLang="en-US" sz="1000" kern="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支杆包装包材区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用于储存外协支杆、外协注塑件的包装材料，在物流车辆到达后，进行包装、上货的区域。</a:t>
                      </a:r>
                    </a:p>
                  </a:txBody>
                  <a:tcPr marL="14531" marR="14531" marT="0" marB="0" anchor="ctr"/>
                </a:tc>
                <a:extLst>
                  <a:ext uri="{0D108BD9-81ED-4DB2-BD59-A6C34878D82A}">
                    <a16:rowId xmlns:a16="http://schemas.microsoft.com/office/drawing/2014/main" val="2474939656"/>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21</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支杆成品区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外协支杆进行电镀后的存储区域。</a:t>
                      </a:r>
                    </a:p>
                  </a:txBody>
                  <a:tcPr marL="14531" marR="14531" marT="0" marB="0" anchor="ctr"/>
                </a:tc>
                <a:extLst>
                  <a:ext uri="{0D108BD9-81ED-4DB2-BD59-A6C34878D82A}">
                    <a16:rowId xmlns:a16="http://schemas.microsoft.com/office/drawing/2014/main" val="3169961979"/>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22</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支杆半成品区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用于供应本厂头枕总成生产的支杆存储区域。</a:t>
                      </a:r>
                    </a:p>
                  </a:txBody>
                  <a:tcPr marL="14531" marR="14531" marT="0" marB="0" anchor="ctr"/>
                </a:tc>
                <a:extLst>
                  <a:ext uri="{0D108BD9-81ED-4DB2-BD59-A6C34878D82A}">
                    <a16:rowId xmlns:a16="http://schemas.microsoft.com/office/drawing/2014/main" val="2886843450"/>
                  </a:ext>
                </a:extLst>
              </a:tr>
              <a:tr h="17401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23</a:t>
                      </a:r>
                      <a:endParaRPr lang="zh-CN" altLang="en-US" sz="1000" kern="0" dirty="0">
                        <a:solidFill>
                          <a:schemeClr val="bg1"/>
                        </a:solidFill>
                        <a:effectLst/>
                        <a:latin typeface="+mn-lt"/>
                        <a:ea typeface="+mn-ea"/>
                        <a:cs typeface="+mn-cs"/>
                      </a:endParaRPr>
                    </a:p>
                  </a:txBody>
                  <a:tcPr marL="14531" marR="14531" marT="0" marB="0" anchor="ctr"/>
                </a:tc>
                <a:tc>
                  <a:txBody>
                    <a:bodyPr/>
                    <a:lstStyle/>
                    <a:p>
                      <a:pPr indent="0" algn="ctr">
                        <a:spcAft>
                          <a:spcPts val="0"/>
                        </a:spcAft>
                      </a:pPr>
                      <a:r>
                        <a:rPr lang="zh-CN" sz="1000" kern="0" dirty="0">
                          <a:effectLst/>
                        </a:rPr>
                        <a:t>支杆检验区</a:t>
                      </a:r>
                      <a:endParaRPr lang="zh-CN" sz="10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14531" marR="14531" marT="0" marB="0" anchor="ctr"/>
                </a:tc>
                <a:tc>
                  <a:txBody>
                    <a:bodyPr/>
                    <a:lstStyle/>
                    <a:p>
                      <a:pPr marL="0" indent="0" algn="just" defTabSz="914400" rtl="0" eaLnBrk="1" latinLnBrk="0" hangingPunct="1">
                        <a:spcAft>
                          <a:spcPts val="0"/>
                        </a:spcAft>
                      </a:pPr>
                      <a:r>
                        <a:rPr lang="zh-CN" altLang="en-US" sz="1000" kern="0" dirty="0">
                          <a:solidFill>
                            <a:schemeClr val="dk1"/>
                          </a:solidFill>
                          <a:effectLst/>
                          <a:latin typeface="+mn-lt"/>
                          <a:ea typeface="+mn-ea"/>
                          <a:cs typeface="+mn-cs"/>
                        </a:rPr>
                        <a:t>检查所有支杆在金属加工后的表面质量，检查支杆在外协回厂后的表面质量。</a:t>
                      </a:r>
                    </a:p>
                  </a:txBody>
                  <a:tcPr marL="14531" marR="14531" marT="0" marB="0" anchor="ctr"/>
                </a:tc>
                <a:extLst>
                  <a:ext uri="{0D108BD9-81ED-4DB2-BD59-A6C34878D82A}">
                    <a16:rowId xmlns:a16="http://schemas.microsoft.com/office/drawing/2014/main" val="2199497417"/>
                  </a:ext>
                </a:extLst>
              </a:tr>
            </a:tbl>
          </a:graphicData>
        </a:graphic>
      </p:graphicFrame>
    </p:spTree>
    <p:extLst>
      <p:ext uri="{BB962C8B-B14F-4D97-AF65-F5344CB8AC3E}">
        <p14:creationId xmlns:p14="http://schemas.microsoft.com/office/powerpoint/2010/main" val="1430636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52532532-627B-43B0-B2EF-68060C167C40}"/>
              </a:ext>
            </a:extLst>
          </p:cNvPr>
          <p:cNvGraphicFramePr>
            <a:graphicFrameLocks noGrp="1"/>
          </p:cNvGraphicFramePr>
          <p:nvPr>
            <p:extLst>
              <p:ext uri="{D42A27DB-BD31-4B8C-83A1-F6EECF244321}">
                <p14:modId xmlns:p14="http://schemas.microsoft.com/office/powerpoint/2010/main" val="2994077999"/>
              </p:ext>
            </p:extLst>
          </p:nvPr>
        </p:nvGraphicFramePr>
        <p:xfrm>
          <a:off x="293353" y="1198985"/>
          <a:ext cx="6271293" cy="2513627"/>
        </p:xfrm>
        <a:graphic>
          <a:graphicData uri="http://schemas.openxmlformats.org/drawingml/2006/table">
            <a:tbl>
              <a:tblPr firstRow="1" firstCol="1" bandRow="1">
                <a:tableStyleId>{5C22544A-7EE6-4342-B048-85BDC9FD1C3A}</a:tableStyleId>
              </a:tblPr>
              <a:tblGrid>
                <a:gridCol w="555750">
                  <a:extLst>
                    <a:ext uri="{9D8B030D-6E8A-4147-A177-3AD203B41FA5}">
                      <a16:colId xmlns:a16="http://schemas.microsoft.com/office/drawing/2014/main" val="3581508677"/>
                    </a:ext>
                  </a:extLst>
                </a:gridCol>
                <a:gridCol w="1580419">
                  <a:extLst>
                    <a:ext uri="{9D8B030D-6E8A-4147-A177-3AD203B41FA5}">
                      <a16:colId xmlns:a16="http://schemas.microsoft.com/office/drawing/2014/main" val="2352205320"/>
                    </a:ext>
                  </a:extLst>
                </a:gridCol>
                <a:gridCol w="945642">
                  <a:extLst>
                    <a:ext uri="{9D8B030D-6E8A-4147-A177-3AD203B41FA5}">
                      <a16:colId xmlns:a16="http://schemas.microsoft.com/office/drawing/2014/main" val="3157797842"/>
                    </a:ext>
                  </a:extLst>
                </a:gridCol>
                <a:gridCol w="580062">
                  <a:extLst>
                    <a:ext uri="{9D8B030D-6E8A-4147-A177-3AD203B41FA5}">
                      <a16:colId xmlns:a16="http://schemas.microsoft.com/office/drawing/2014/main" val="1067238975"/>
                    </a:ext>
                  </a:extLst>
                </a:gridCol>
                <a:gridCol w="1663778">
                  <a:extLst>
                    <a:ext uri="{9D8B030D-6E8A-4147-A177-3AD203B41FA5}">
                      <a16:colId xmlns:a16="http://schemas.microsoft.com/office/drawing/2014/main" val="1544076093"/>
                    </a:ext>
                  </a:extLst>
                </a:gridCol>
                <a:gridCol w="945642">
                  <a:extLst>
                    <a:ext uri="{9D8B030D-6E8A-4147-A177-3AD203B41FA5}">
                      <a16:colId xmlns:a16="http://schemas.microsoft.com/office/drawing/2014/main" val="708686907"/>
                    </a:ext>
                  </a:extLst>
                </a:gridCol>
              </a:tblGrid>
              <a:tr h="264608">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序号</a:t>
                      </a:r>
                    </a:p>
                  </a:txBody>
                  <a:tcPr marL="28351" marR="28351"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作业单位</a:t>
                      </a:r>
                    </a:p>
                  </a:txBody>
                  <a:tcPr marL="28351" marR="28351"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面积</a:t>
                      </a:r>
                      <a:r>
                        <a:rPr lang="en-US" sz="1000" kern="0" dirty="0">
                          <a:solidFill>
                            <a:schemeClr val="bg1"/>
                          </a:solidFill>
                          <a:effectLst/>
                          <a:latin typeface="+mn-lt"/>
                          <a:ea typeface="+mn-ea"/>
                          <a:cs typeface="+mn-cs"/>
                        </a:rPr>
                        <a:t>(m</a:t>
                      </a:r>
                      <a:r>
                        <a:rPr lang="en-US" sz="1000" kern="0" baseline="30000" dirty="0">
                          <a:solidFill>
                            <a:schemeClr val="bg1"/>
                          </a:solidFill>
                          <a:effectLst/>
                          <a:latin typeface="+mn-lt"/>
                          <a:ea typeface="+mn-ea"/>
                          <a:cs typeface="+mn-cs"/>
                        </a:rPr>
                        <a:t>2</a:t>
                      </a:r>
                      <a:r>
                        <a:rPr lang="en-US" sz="1000" kern="0" dirty="0">
                          <a:solidFill>
                            <a:schemeClr val="bg1"/>
                          </a:solidFill>
                          <a:effectLst/>
                          <a:latin typeface="+mn-lt"/>
                          <a:ea typeface="+mn-ea"/>
                          <a:cs typeface="+mn-cs"/>
                        </a:rPr>
                        <a:t>)</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序号</a:t>
                      </a:r>
                    </a:p>
                  </a:txBody>
                  <a:tcPr marL="28351" marR="28351"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作业单位</a:t>
                      </a:r>
                    </a:p>
                  </a:txBody>
                  <a:tcPr marL="28351" marR="28351"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面积</a:t>
                      </a:r>
                      <a:r>
                        <a:rPr lang="en-US" sz="1000" kern="0" dirty="0">
                          <a:solidFill>
                            <a:schemeClr val="bg1"/>
                          </a:solidFill>
                          <a:effectLst/>
                          <a:latin typeface="+mn-lt"/>
                          <a:ea typeface="+mn-ea"/>
                          <a:cs typeface="+mn-cs"/>
                        </a:rPr>
                        <a:t>(m</a:t>
                      </a:r>
                      <a:r>
                        <a:rPr lang="en-US" sz="1000" kern="0" baseline="30000" dirty="0">
                          <a:solidFill>
                            <a:schemeClr val="bg1"/>
                          </a:solidFill>
                          <a:effectLst/>
                          <a:latin typeface="+mn-lt"/>
                          <a:ea typeface="+mn-ea"/>
                          <a:cs typeface="+mn-cs"/>
                        </a:rPr>
                        <a:t>2</a:t>
                      </a:r>
                      <a:r>
                        <a:rPr lang="en-US" sz="1000" kern="0" dirty="0">
                          <a:solidFill>
                            <a:schemeClr val="bg1"/>
                          </a:solidFill>
                          <a:effectLst/>
                          <a:latin typeface="+mn-lt"/>
                          <a:ea typeface="+mn-ea"/>
                          <a:cs typeface="+mn-cs"/>
                        </a:rPr>
                        <a:t>)</a:t>
                      </a:r>
                      <a:endParaRPr lang="zh-CN" altLang="en-US" sz="1000" kern="0" dirty="0">
                        <a:solidFill>
                          <a:schemeClr val="bg1"/>
                        </a:solidFill>
                        <a:effectLst/>
                        <a:latin typeface="+mn-lt"/>
                        <a:ea typeface="+mn-ea"/>
                        <a:cs typeface="+mn-cs"/>
                      </a:endParaRPr>
                    </a:p>
                  </a:txBody>
                  <a:tcPr marL="28351" marR="28351" marT="0" marB="0" anchor="ctr"/>
                </a:tc>
                <a:extLst>
                  <a:ext uri="{0D108BD9-81ED-4DB2-BD59-A6C34878D82A}">
                    <a16:rowId xmlns:a16="http://schemas.microsoft.com/office/drawing/2014/main" val="417820080"/>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金属来料暂存区</a:t>
                      </a:r>
                    </a:p>
                  </a:txBody>
                  <a:tcPr marL="28351" marR="28351"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300</a:t>
                      </a:r>
                      <a:endParaRPr lang="zh-CN" altLang="en-US" sz="1000" kern="0" dirty="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13</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注塑原物料区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500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1721549040"/>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2</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金属支杆加工区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2000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14</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试制中心作业区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600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4279256033"/>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3</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金属冲压区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600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15</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面料区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1600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18014345"/>
                  </a:ext>
                </a:extLst>
              </a:tr>
              <a:tr h="15430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4</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待电镀区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700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16</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裁剪区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1100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620136440"/>
                  </a:ext>
                </a:extLst>
              </a:tr>
              <a:tr h="15430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5</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发泡车间</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1350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17</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缝纫区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1600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2823826335"/>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6</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PIP</a:t>
                      </a:r>
                      <a:r>
                        <a:rPr lang="zh-CN" altLang="en-US" sz="1000" kern="0">
                          <a:solidFill>
                            <a:schemeClr val="dk1"/>
                          </a:solidFill>
                          <a:effectLst/>
                          <a:latin typeface="+mn-lt"/>
                          <a:ea typeface="+mn-ea"/>
                          <a:cs typeface="+mn-cs"/>
                        </a:rPr>
                        <a:t>车间</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1000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18</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面套半成品区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650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3653478509"/>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7</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泡沫半成品区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1000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19</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装配包材区</a:t>
                      </a:r>
                    </a:p>
                  </a:txBody>
                  <a:tcPr marL="28351" marR="28351"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150</a:t>
                      </a:r>
                      <a:endParaRPr lang="zh-CN" altLang="en-US" sz="1000" kern="0" dirty="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1232708655"/>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8</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总成成品区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3000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20</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支杆包装包材区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400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1167938439"/>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9</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金属试制中心</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250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21</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支杆成品区</a:t>
                      </a:r>
                    </a:p>
                  </a:txBody>
                  <a:tcPr marL="28351" marR="28351"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1200</a:t>
                      </a:r>
                      <a:endParaRPr lang="zh-CN" altLang="en-US" sz="1000" kern="0" dirty="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1001418803"/>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10</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总成装配区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2000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22</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支杆半成品区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150</a:t>
                      </a:r>
                      <a:endParaRPr lang="zh-CN" altLang="en-US" sz="1000" kern="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270345040"/>
                  </a:ext>
                </a:extLst>
              </a:tr>
              <a:tr h="154305">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11</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注塑车间</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1000</a:t>
                      </a:r>
                      <a:endParaRPr lang="zh-CN" altLang="en-US" sz="1000" kern="0">
                        <a:solidFill>
                          <a:schemeClr val="dk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en-US" sz="1000" b="1" kern="0" dirty="0">
                          <a:solidFill>
                            <a:schemeClr val="bg1"/>
                          </a:solidFill>
                          <a:effectLst/>
                          <a:latin typeface="+mn-lt"/>
                          <a:ea typeface="+mn-ea"/>
                          <a:cs typeface="+mn-cs"/>
                        </a:rPr>
                        <a:t>23</a:t>
                      </a:r>
                      <a:endParaRPr lang="zh-CN" altLang="en-US" sz="1000" b="1" kern="0" dirty="0">
                        <a:solidFill>
                          <a:schemeClr val="bg1"/>
                        </a:solidFill>
                        <a:effectLst/>
                        <a:latin typeface="+mn-lt"/>
                        <a:ea typeface="+mn-ea"/>
                        <a:cs typeface="+mn-cs"/>
                      </a:endParaRPr>
                    </a:p>
                  </a:txBody>
                  <a:tcPr marL="28351" marR="28351" marT="0" marB="0" anchor="ctr">
                    <a:solidFill>
                      <a:schemeClr val="accent1"/>
                    </a:solidFill>
                  </a:tcP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支杆检验区</a:t>
                      </a:r>
                    </a:p>
                  </a:txBody>
                  <a:tcPr marL="28351" marR="28351"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1000</a:t>
                      </a:r>
                      <a:endParaRPr lang="zh-CN" altLang="en-US" sz="1000" kern="0" dirty="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2197954850"/>
                  </a:ext>
                </a:extLst>
              </a:tr>
              <a:tr h="198456">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12</a:t>
                      </a:r>
                      <a:endParaRPr lang="zh-CN" altLang="en-US" sz="1000" kern="0" dirty="0">
                        <a:solidFill>
                          <a:schemeClr val="bg1"/>
                        </a:solidFill>
                        <a:effectLst/>
                        <a:latin typeface="+mn-lt"/>
                        <a:ea typeface="+mn-ea"/>
                        <a:cs typeface="+mn-cs"/>
                      </a:endParaRPr>
                    </a:p>
                  </a:txBody>
                  <a:tcPr marL="28351" marR="28351"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注塑半成品区</a:t>
                      </a:r>
                    </a:p>
                  </a:txBody>
                  <a:tcPr marL="28351" marR="28351"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500</a:t>
                      </a:r>
                      <a:endParaRPr lang="zh-CN" altLang="en-US" sz="1000" kern="0">
                        <a:solidFill>
                          <a:schemeClr val="dk1"/>
                        </a:solidFill>
                        <a:effectLst/>
                        <a:latin typeface="+mn-lt"/>
                        <a:ea typeface="+mn-ea"/>
                        <a:cs typeface="+mn-cs"/>
                      </a:endParaRPr>
                    </a:p>
                  </a:txBody>
                  <a:tcPr marL="28351" marR="28351" marT="0" marB="0" anchor="ctr"/>
                </a:tc>
                <a:tc gridSpan="2">
                  <a:txBody>
                    <a:bodyPr/>
                    <a:lstStyle/>
                    <a:p>
                      <a:pPr marL="0" indent="0" algn="ctr" defTabSz="914400" rtl="0" eaLnBrk="1" latinLnBrk="0" hangingPunct="1">
                        <a:spcAft>
                          <a:spcPts val="0"/>
                        </a:spcAft>
                      </a:pPr>
                      <a:r>
                        <a:rPr lang="zh-CN" altLang="en-US" sz="1000" b="1" kern="0" dirty="0">
                          <a:solidFill>
                            <a:schemeClr val="bg1"/>
                          </a:solidFill>
                          <a:effectLst/>
                          <a:latin typeface="+mn-lt"/>
                          <a:ea typeface="+mn-ea"/>
                          <a:cs typeface="+mn-cs"/>
                        </a:rPr>
                        <a:t>合计</a:t>
                      </a:r>
                    </a:p>
                  </a:txBody>
                  <a:tcPr marL="28351" marR="28351" marT="0" marB="0" anchor="ctr">
                    <a:solidFill>
                      <a:schemeClr val="accent1"/>
                    </a:solidFill>
                  </a:tcPr>
                </a:tc>
                <a:tc hMerge="1">
                  <a:txBody>
                    <a:bodyPr/>
                    <a:lstStyle/>
                    <a:p>
                      <a:endParaRPr lang="zh-CN" altLang="en-US"/>
                    </a:p>
                  </a:txBody>
                  <a:tcP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22650</a:t>
                      </a:r>
                      <a:endParaRPr lang="zh-CN" altLang="en-US" sz="1000" kern="0" dirty="0">
                        <a:solidFill>
                          <a:schemeClr val="dk1"/>
                        </a:solidFill>
                        <a:effectLst/>
                        <a:latin typeface="+mn-lt"/>
                        <a:ea typeface="+mn-ea"/>
                        <a:cs typeface="+mn-cs"/>
                      </a:endParaRPr>
                    </a:p>
                  </a:txBody>
                  <a:tcPr marL="28351" marR="28351" marT="0" marB="0" anchor="ctr"/>
                </a:tc>
                <a:extLst>
                  <a:ext uri="{0D108BD9-81ED-4DB2-BD59-A6C34878D82A}">
                    <a16:rowId xmlns:a16="http://schemas.microsoft.com/office/drawing/2014/main" val="3455724754"/>
                  </a:ext>
                </a:extLst>
              </a:tr>
            </a:tbl>
          </a:graphicData>
        </a:graphic>
      </p:graphicFrame>
    </p:spTree>
    <p:extLst>
      <p:ext uri="{BB962C8B-B14F-4D97-AF65-F5344CB8AC3E}">
        <p14:creationId xmlns:p14="http://schemas.microsoft.com/office/powerpoint/2010/main" val="2766280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a:extLst>
              <a:ext uri="{FF2B5EF4-FFF2-40B4-BE49-F238E27FC236}">
                <a16:creationId xmlns:a16="http://schemas.microsoft.com/office/drawing/2014/main" id="{2370F387-183D-474F-BA95-A26D956656BD}"/>
              </a:ext>
            </a:extLst>
          </p:cNvPr>
          <p:cNvGraphicFramePr>
            <a:graphicFrameLocks noGrp="1"/>
          </p:cNvGraphicFramePr>
          <p:nvPr>
            <p:extLst>
              <p:ext uri="{D42A27DB-BD31-4B8C-83A1-F6EECF244321}">
                <p14:modId xmlns:p14="http://schemas.microsoft.com/office/powerpoint/2010/main" val="574250973"/>
              </p:ext>
            </p:extLst>
          </p:nvPr>
        </p:nvGraphicFramePr>
        <p:xfrm>
          <a:off x="1472184" y="1023426"/>
          <a:ext cx="3913633" cy="3564492"/>
        </p:xfrm>
        <a:graphic>
          <a:graphicData uri="http://schemas.openxmlformats.org/drawingml/2006/table">
            <a:tbl>
              <a:tblPr firstRow="1" firstCol="1" bandRow="1">
                <a:tableStyleId>{5C22544A-7EE6-4342-B048-85BDC9FD1C3A}</a:tableStyleId>
              </a:tblPr>
              <a:tblGrid>
                <a:gridCol w="561449">
                  <a:extLst>
                    <a:ext uri="{9D8B030D-6E8A-4147-A177-3AD203B41FA5}">
                      <a16:colId xmlns:a16="http://schemas.microsoft.com/office/drawing/2014/main" val="2240505574"/>
                    </a:ext>
                  </a:extLst>
                </a:gridCol>
                <a:gridCol w="2262311">
                  <a:extLst>
                    <a:ext uri="{9D8B030D-6E8A-4147-A177-3AD203B41FA5}">
                      <a16:colId xmlns:a16="http://schemas.microsoft.com/office/drawing/2014/main" val="2153784433"/>
                    </a:ext>
                  </a:extLst>
                </a:gridCol>
                <a:gridCol w="1089873">
                  <a:extLst>
                    <a:ext uri="{9D8B030D-6E8A-4147-A177-3AD203B41FA5}">
                      <a16:colId xmlns:a16="http://schemas.microsoft.com/office/drawing/2014/main" val="2292139616"/>
                    </a:ext>
                  </a:extLst>
                </a:gridCol>
              </a:tblGrid>
              <a:tr h="296972">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序号</a:t>
                      </a: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辅助设施</a:t>
                      </a: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面积</a:t>
                      </a:r>
                      <a:r>
                        <a:rPr lang="en-US" sz="1000" kern="0" dirty="0">
                          <a:solidFill>
                            <a:schemeClr val="bg1"/>
                          </a:solidFill>
                          <a:effectLst/>
                          <a:latin typeface="+mn-lt"/>
                          <a:ea typeface="+mn-ea"/>
                          <a:cs typeface="+mn-cs"/>
                        </a:rPr>
                        <a:t>(m</a:t>
                      </a:r>
                      <a:r>
                        <a:rPr lang="en-US" sz="1000" kern="0" baseline="30000" dirty="0">
                          <a:solidFill>
                            <a:schemeClr val="bg1"/>
                          </a:solidFill>
                          <a:effectLst/>
                          <a:latin typeface="+mn-lt"/>
                          <a:ea typeface="+mn-ea"/>
                          <a:cs typeface="+mn-cs"/>
                        </a:rPr>
                        <a:t>2</a:t>
                      </a:r>
                      <a:r>
                        <a:rPr lang="en-US" sz="1000" kern="0" dirty="0">
                          <a:solidFill>
                            <a:schemeClr val="bg1"/>
                          </a:solidFill>
                          <a:effectLst/>
                          <a:latin typeface="+mn-lt"/>
                          <a:ea typeface="+mn-ea"/>
                          <a:cs typeface="+mn-cs"/>
                        </a:rPr>
                        <a:t>)</a:t>
                      </a:r>
                      <a:endParaRPr lang="zh-CN" altLang="en-US" sz="1000" kern="0" dirty="0">
                        <a:solidFill>
                          <a:schemeClr val="bg1"/>
                        </a:solidFill>
                        <a:effectLst/>
                        <a:latin typeface="+mn-lt"/>
                        <a:ea typeface="+mn-ea"/>
                        <a:cs typeface="+mn-cs"/>
                      </a:endParaRPr>
                    </a:p>
                  </a:txBody>
                  <a:tcPr marL="30853" marR="30853" marT="0" marB="0" anchor="ctr"/>
                </a:tc>
                <a:extLst>
                  <a:ext uri="{0D108BD9-81ED-4DB2-BD59-A6C34878D82A}">
                    <a16:rowId xmlns:a16="http://schemas.microsoft.com/office/drawing/2014/main" val="3420017886"/>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物流通道</a:t>
                      </a:r>
                    </a:p>
                  </a:txBody>
                  <a:tcPr marL="30853" marR="30853"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1520</a:t>
                      </a:r>
                      <a:endParaRPr lang="zh-CN" altLang="en-US" sz="1000" kern="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4109335365"/>
                  </a:ext>
                </a:extLst>
              </a:tr>
              <a:tr h="212182">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2</a:t>
                      </a:r>
                      <a:endParaRPr lang="zh-CN" altLang="en-US" sz="1000" kern="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车间办公室</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450</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580619713"/>
                  </a:ext>
                </a:extLst>
              </a:tr>
              <a:tr h="212182">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3</a:t>
                      </a:r>
                      <a:endParaRPr lang="zh-CN" altLang="en-US" sz="1000" kern="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主安全通道</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3811</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1511175343"/>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4</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楼道、厕所、电梯</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1592</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1112566163"/>
                  </a:ext>
                </a:extLst>
              </a:tr>
              <a:tr h="29697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5</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休息区、洁具、物品柜</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188</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2757798365"/>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6</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实验室</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605</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18854203"/>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7</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展示区</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51</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2167964595"/>
                  </a:ext>
                </a:extLst>
              </a:tr>
              <a:tr h="212182">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8</a:t>
                      </a:r>
                      <a:endParaRPr lang="zh-CN" altLang="en-US" sz="1000" kern="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dirty="0">
                          <a:solidFill>
                            <a:schemeClr val="dk1"/>
                          </a:solidFill>
                          <a:effectLst/>
                          <a:latin typeface="+mn-lt"/>
                          <a:ea typeface="+mn-ea"/>
                          <a:cs typeface="+mn-cs"/>
                        </a:rPr>
                        <a:t>质量室</a:t>
                      </a:r>
                    </a:p>
                  </a:txBody>
                  <a:tcPr marL="30853" marR="30853" marT="0" marB="0" anchor="ctr"/>
                </a:tc>
                <a:tc>
                  <a:txBody>
                    <a:bodyPr/>
                    <a:lstStyle/>
                    <a:p>
                      <a:pPr marL="0" indent="0" algn="ctr" defTabSz="914400" rtl="0" eaLnBrk="1" latinLnBrk="0" hangingPunct="1">
                        <a:spcAft>
                          <a:spcPts val="0"/>
                        </a:spcAft>
                      </a:pPr>
                      <a:r>
                        <a:rPr lang="en-US" sz="1000" kern="0">
                          <a:solidFill>
                            <a:schemeClr val="dk1"/>
                          </a:solidFill>
                          <a:effectLst/>
                          <a:latin typeface="+mn-lt"/>
                          <a:ea typeface="+mn-ea"/>
                          <a:cs typeface="+mn-cs"/>
                        </a:rPr>
                        <a:t>10</a:t>
                      </a:r>
                      <a:endParaRPr lang="zh-CN" altLang="en-US" sz="1000" kern="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3159063495"/>
                  </a:ext>
                </a:extLst>
              </a:tr>
              <a:tr h="212182">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9</a:t>
                      </a:r>
                      <a:endParaRPr lang="zh-CN" altLang="en-US" sz="1000" kern="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冷作房</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120</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3270668721"/>
                  </a:ext>
                </a:extLst>
              </a:tr>
              <a:tr h="212182">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10</a:t>
                      </a:r>
                      <a:endParaRPr lang="zh-CN" altLang="en-US" sz="1000" kern="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工装房</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60</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3836866425"/>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11</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五金仓库</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180</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66291431"/>
                  </a:ext>
                </a:extLst>
              </a:tr>
              <a:tr h="212182">
                <a:tc>
                  <a:txBody>
                    <a:bodyPr/>
                    <a:lstStyle/>
                    <a:p>
                      <a:pPr marL="0" indent="0" algn="ctr" defTabSz="914400" rtl="0" eaLnBrk="1" latinLnBrk="0" hangingPunct="1">
                        <a:spcAft>
                          <a:spcPts val="0"/>
                        </a:spcAft>
                      </a:pPr>
                      <a:r>
                        <a:rPr lang="en-US" sz="1000" kern="0">
                          <a:solidFill>
                            <a:schemeClr val="bg1"/>
                          </a:solidFill>
                          <a:effectLst/>
                          <a:latin typeface="+mn-lt"/>
                          <a:ea typeface="+mn-ea"/>
                          <a:cs typeface="+mn-cs"/>
                        </a:rPr>
                        <a:t>12</a:t>
                      </a:r>
                      <a:endParaRPr lang="zh-CN" altLang="en-US" sz="1000" kern="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设备部仓库</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58</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4274924120"/>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13</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研发配料</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60</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936953700"/>
                  </a:ext>
                </a:extLst>
              </a:tr>
              <a:tr h="212182">
                <a:tc>
                  <a:txBody>
                    <a:bodyPr/>
                    <a:lstStyle/>
                    <a:p>
                      <a:pPr marL="0" indent="0" algn="ctr" defTabSz="914400" rtl="0" eaLnBrk="1" latinLnBrk="0" hangingPunct="1">
                        <a:spcAft>
                          <a:spcPts val="0"/>
                        </a:spcAft>
                      </a:pPr>
                      <a:r>
                        <a:rPr lang="en-US" sz="1000" kern="0" dirty="0">
                          <a:solidFill>
                            <a:schemeClr val="bg1"/>
                          </a:solidFill>
                          <a:effectLst/>
                          <a:latin typeface="+mn-lt"/>
                          <a:ea typeface="+mn-ea"/>
                          <a:cs typeface="+mn-cs"/>
                        </a:rPr>
                        <a:t>14</a:t>
                      </a:r>
                      <a:endParaRPr lang="zh-CN" altLang="en-US" sz="1000" kern="0" dirty="0">
                        <a:solidFill>
                          <a:schemeClr val="bg1"/>
                        </a:solidFill>
                        <a:effectLst/>
                        <a:latin typeface="+mn-lt"/>
                        <a:ea typeface="+mn-ea"/>
                        <a:cs typeface="+mn-cs"/>
                      </a:endParaRPr>
                    </a:p>
                  </a:txBody>
                  <a:tcPr marL="30853" marR="30853" marT="0" marB="0" anchor="ctr"/>
                </a:tc>
                <a:tc>
                  <a:txBody>
                    <a:bodyPr/>
                    <a:lstStyle/>
                    <a:p>
                      <a:pPr marL="0" indent="0" algn="ctr" defTabSz="914400" rtl="0" eaLnBrk="1" latinLnBrk="0" hangingPunct="1">
                        <a:spcAft>
                          <a:spcPts val="0"/>
                        </a:spcAft>
                      </a:pPr>
                      <a:r>
                        <a:rPr lang="zh-CN" altLang="en-US" sz="1000" kern="0">
                          <a:solidFill>
                            <a:schemeClr val="dk1"/>
                          </a:solidFill>
                          <a:effectLst/>
                          <a:latin typeface="+mn-lt"/>
                          <a:ea typeface="+mn-ea"/>
                          <a:cs typeface="+mn-cs"/>
                        </a:rPr>
                        <a:t>木材加工</a:t>
                      </a:r>
                    </a:p>
                  </a:txBody>
                  <a:tcPr marL="30853" marR="30853" marT="0" marB="0" anchor="ct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54</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329727073"/>
                  </a:ext>
                </a:extLst>
              </a:tr>
              <a:tr h="212182">
                <a:tc gridSpan="2">
                  <a:txBody>
                    <a:bodyPr/>
                    <a:lstStyle/>
                    <a:p>
                      <a:pPr marL="0" indent="0" algn="ctr" defTabSz="914400" rtl="0" eaLnBrk="1" latinLnBrk="0" hangingPunct="1">
                        <a:spcAft>
                          <a:spcPts val="0"/>
                        </a:spcAft>
                      </a:pPr>
                      <a:r>
                        <a:rPr lang="zh-CN" altLang="en-US" sz="1000" kern="0" dirty="0">
                          <a:solidFill>
                            <a:schemeClr val="bg1"/>
                          </a:solidFill>
                          <a:effectLst/>
                          <a:latin typeface="+mn-lt"/>
                          <a:ea typeface="+mn-ea"/>
                          <a:cs typeface="+mn-cs"/>
                        </a:rPr>
                        <a:t>总计</a:t>
                      </a:r>
                    </a:p>
                  </a:txBody>
                  <a:tcPr marL="30853" marR="30853" marT="0" marB="0" anchor="ctr"/>
                </a:tc>
                <a:tc hMerge="1">
                  <a:txBody>
                    <a:bodyPr/>
                    <a:lstStyle/>
                    <a:p>
                      <a:endParaRPr lang="zh-CN" altLang="en-US"/>
                    </a:p>
                  </a:txBody>
                  <a:tcPr/>
                </a:tc>
                <a:tc>
                  <a:txBody>
                    <a:bodyPr/>
                    <a:lstStyle/>
                    <a:p>
                      <a:pPr marL="0" indent="0" algn="ctr" defTabSz="914400" rtl="0" eaLnBrk="1" latinLnBrk="0" hangingPunct="1">
                        <a:spcAft>
                          <a:spcPts val="0"/>
                        </a:spcAft>
                      </a:pPr>
                      <a:r>
                        <a:rPr lang="en-US" sz="1000" kern="0" dirty="0">
                          <a:solidFill>
                            <a:schemeClr val="dk1"/>
                          </a:solidFill>
                          <a:effectLst/>
                          <a:latin typeface="+mn-lt"/>
                          <a:ea typeface="+mn-ea"/>
                          <a:cs typeface="+mn-cs"/>
                        </a:rPr>
                        <a:t>8759</a:t>
                      </a:r>
                      <a:endParaRPr lang="zh-CN" altLang="en-US" sz="1000" kern="0" dirty="0">
                        <a:solidFill>
                          <a:schemeClr val="dk1"/>
                        </a:solidFill>
                        <a:effectLst/>
                        <a:latin typeface="+mn-lt"/>
                        <a:ea typeface="+mn-ea"/>
                        <a:cs typeface="+mn-cs"/>
                      </a:endParaRPr>
                    </a:p>
                  </a:txBody>
                  <a:tcPr marL="30853" marR="30853" marT="0" marB="0" anchor="ctr"/>
                </a:tc>
                <a:extLst>
                  <a:ext uri="{0D108BD9-81ED-4DB2-BD59-A6C34878D82A}">
                    <a16:rowId xmlns:a16="http://schemas.microsoft.com/office/drawing/2014/main" val="1610388522"/>
                  </a:ext>
                </a:extLst>
              </a:tr>
            </a:tbl>
          </a:graphicData>
        </a:graphic>
      </p:graphicFrame>
    </p:spTree>
    <p:extLst>
      <p:ext uri="{BB962C8B-B14F-4D97-AF65-F5344CB8AC3E}">
        <p14:creationId xmlns:p14="http://schemas.microsoft.com/office/powerpoint/2010/main" val="3390861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21C0152A-0641-422A-846D-EC66FE91EDB1}"/>
              </a:ext>
            </a:extLst>
          </p:cNvPr>
          <p:cNvPicPr>
            <a:picLocks noChangeAspect="1"/>
          </p:cNvPicPr>
          <p:nvPr/>
        </p:nvPicPr>
        <p:blipFill>
          <a:blip r:embed="rId2"/>
          <a:stretch>
            <a:fillRect/>
          </a:stretch>
        </p:blipFill>
        <p:spPr>
          <a:xfrm>
            <a:off x="426243" y="1014906"/>
            <a:ext cx="6005513" cy="3429000"/>
          </a:xfrm>
          <a:prstGeom prst="rect">
            <a:avLst/>
          </a:prstGeom>
        </p:spPr>
      </p:pic>
    </p:spTree>
    <p:extLst>
      <p:ext uri="{BB962C8B-B14F-4D97-AF65-F5344CB8AC3E}">
        <p14:creationId xmlns:p14="http://schemas.microsoft.com/office/powerpoint/2010/main" val="88374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图表 4">
            <a:extLst>
              <a:ext uri="{FF2B5EF4-FFF2-40B4-BE49-F238E27FC236}">
                <a16:creationId xmlns:a16="http://schemas.microsoft.com/office/drawing/2014/main" id="{00000000-0008-0000-0100-000006000000}"/>
              </a:ext>
            </a:extLst>
          </p:cNvPr>
          <p:cNvGraphicFramePr>
            <a:graphicFrameLocks/>
          </p:cNvGraphicFramePr>
          <p:nvPr>
            <p:extLst>
              <p:ext uri="{D42A27DB-BD31-4B8C-83A1-F6EECF244321}">
                <p14:modId xmlns:p14="http://schemas.microsoft.com/office/powerpoint/2010/main" val="3831727961"/>
              </p:ext>
            </p:extLst>
          </p:nvPr>
        </p:nvGraphicFramePr>
        <p:xfrm>
          <a:off x="0" y="843606"/>
          <a:ext cx="3573012" cy="21601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6" name="图表 5">
            <a:extLst>
              <a:ext uri="{FF2B5EF4-FFF2-40B4-BE49-F238E27FC236}">
                <a16:creationId xmlns:a16="http://schemas.microsoft.com/office/drawing/2014/main" id="{00000000-0008-0000-0100-000004000000}"/>
              </a:ext>
            </a:extLst>
          </p:cNvPr>
          <p:cNvGraphicFramePr>
            <a:graphicFrameLocks/>
          </p:cNvGraphicFramePr>
          <p:nvPr>
            <p:extLst>
              <p:ext uri="{D42A27DB-BD31-4B8C-83A1-F6EECF244321}">
                <p14:modId xmlns:p14="http://schemas.microsoft.com/office/powerpoint/2010/main" val="457427206"/>
              </p:ext>
            </p:extLst>
          </p:nvPr>
        </p:nvGraphicFramePr>
        <p:xfrm>
          <a:off x="3140976" y="2715762"/>
          <a:ext cx="3528294" cy="23374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30709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010422B9-C784-4600-AFE0-54427032F834}"/>
              </a:ext>
            </a:extLst>
          </p:cNvPr>
          <p:cNvPicPr>
            <a:picLocks noChangeAspect="1"/>
          </p:cNvPicPr>
          <p:nvPr/>
        </p:nvPicPr>
        <p:blipFill>
          <a:blip r:embed="rId2"/>
          <a:stretch>
            <a:fillRect/>
          </a:stretch>
        </p:blipFill>
        <p:spPr>
          <a:xfrm>
            <a:off x="3181461" y="861175"/>
            <a:ext cx="3527036" cy="3592013"/>
          </a:xfrm>
          <a:prstGeom prst="rect">
            <a:avLst/>
          </a:prstGeom>
        </p:spPr>
      </p:pic>
      <p:sp>
        <p:nvSpPr>
          <p:cNvPr id="5" name="文本框 4">
            <a:extLst>
              <a:ext uri="{FF2B5EF4-FFF2-40B4-BE49-F238E27FC236}">
                <a16:creationId xmlns:a16="http://schemas.microsoft.com/office/drawing/2014/main" id="{FBE7B0BC-4842-426F-8028-389D738DC1CD}"/>
              </a:ext>
            </a:extLst>
          </p:cNvPr>
          <p:cNvSpPr txBox="1"/>
          <p:nvPr/>
        </p:nvSpPr>
        <p:spPr>
          <a:xfrm>
            <a:off x="90480" y="1152154"/>
            <a:ext cx="3031957" cy="1555041"/>
          </a:xfrm>
          <a:prstGeom prst="rect">
            <a:avLst/>
          </a:prstGeom>
          <a:noFill/>
        </p:spPr>
        <p:txBody>
          <a:bodyPr wrap="square" rtlCol="0">
            <a:spAutoFit/>
          </a:bodyPr>
          <a:lstStyle/>
          <a:p>
            <a:pPr marL="128588" indent="-128588">
              <a:lnSpc>
                <a:spcPct val="90000"/>
              </a:lnSpc>
              <a:spcBef>
                <a:spcPts val="563"/>
              </a:spcBef>
              <a:buFont typeface="Arial" panose="020B0604020202020204" pitchFamily="34" charset="0"/>
              <a:buChar char="•"/>
            </a:pPr>
            <a:r>
              <a:rPr lang="zh-CN" altLang="en-US" sz="1575" dirty="0"/>
              <a:t>最终布置方案需要布置在三层厂房中；</a:t>
            </a:r>
            <a:endParaRPr lang="en-US" altLang="zh-CN" sz="1575" dirty="0"/>
          </a:p>
          <a:p>
            <a:pPr marL="128588" indent="-128588">
              <a:lnSpc>
                <a:spcPct val="90000"/>
              </a:lnSpc>
              <a:spcBef>
                <a:spcPts val="563"/>
              </a:spcBef>
              <a:buFont typeface="Arial" panose="020B0604020202020204" pitchFamily="34" charset="0"/>
              <a:buChar char="•"/>
            </a:pPr>
            <a:r>
              <a:rPr lang="zh-CN" altLang="en-US" sz="1575" dirty="0"/>
              <a:t>另蓝色代表各层的电梯，其位置及面积固定；</a:t>
            </a:r>
            <a:endParaRPr lang="en-US" altLang="zh-CN" sz="1575" dirty="0"/>
          </a:p>
          <a:p>
            <a:pPr marL="128588" indent="-128588">
              <a:lnSpc>
                <a:spcPct val="90000"/>
              </a:lnSpc>
              <a:spcBef>
                <a:spcPts val="563"/>
              </a:spcBef>
              <a:buFont typeface="Arial" panose="020B0604020202020204" pitchFamily="34" charset="0"/>
              <a:buChar char="•"/>
            </a:pPr>
            <a:r>
              <a:rPr lang="zh-CN" altLang="en-US" sz="1575" dirty="0"/>
              <a:t>橙色代表第二层两楼之间有天桥连接。</a:t>
            </a:r>
            <a:endParaRPr lang="en-US" altLang="zh-CN" sz="1575" dirty="0"/>
          </a:p>
        </p:txBody>
      </p:sp>
    </p:spTree>
    <p:extLst>
      <p:ext uri="{BB962C8B-B14F-4D97-AF65-F5344CB8AC3E}">
        <p14:creationId xmlns:p14="http://schemas.microsoft.com/office/powerpoint/2010/main" val="3622099010"/>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w="38100">
          <a:solidFill>
            <a:srgbClr val="FF0000"/>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Pages>0</Pages>
  <Words>947</Words>
  <Characters>0</Characters>
  <Application>Microsoft Office PowerPoint</Application>
  <DocSecurity>0</DocSecurity>
  <PresentationFormat>自定义</PresentationFormat>
  <Lines>0</Lines>
  <Paragraphs>219</Paragraphs>
  <Slides>11</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19" baseType="lpstr">
      <vt:lpstr>等线</vt:lpstr>
      <vt:lpstr>时尚中黑简体</vt:lpstr>
      <vt:lpstr>微软雅黑</vt:lpstr>
      <vt:lpstr>Arial</vt:lpstr>
      <vt:lpstr>Calibri</vt:lpstr>
      <vt:lpstr>Calibri Light</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2024-12-22T08:42:14Z</dcterms:created>
  <dcterms:modified xsi:type="dcterms:W3CDTF">2025-12-14T10:27:45Z</dcterms:modified>
  <cp:category/>
</cp:coreProperties>
</file>